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25" r:id="rId5"/>
    <p:sldId id="257" r:id="rId6"/>
    <p:sldId id="261" r:id="rId7"/>
    <p:sldId id="342" r:id="rId8"/>
    <p:sldId id="267" r:id="rId9"/>
    <p:sldId id="343" r:id="rId10"/>
    <p:sldId id="344" r:id="rId11"/>
    <p:sldId id="345" r:id="rId12"/>
    <p:sldId id="346" r:id="rId13"/>
    <p:sldId id="347" r:id="rId14"/>
    <p:sldId id="348" r:id="rId15"/>
    <p:sldId id="350" r:id="rId16"/>
    <p:sldId id="351" r:id="rId17"/>
    <p:sldId id="352" r:id="rId18"/>
    <p:sldId id="353" r:id="rId19"/>
    <p:sldId id="354" r:id="rId20"/>
    <p:sldId id="355" r:id="rId21"/>
    <p:sldId id="356" r:id="rId22"/>
    <p:sldId id="25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B34648-22AB-400B-A140-801CC58EBD4A}">
          <p14:sldIdLst>
            <p14:sldId id="325"/>
            <p14:sldId id="257"/>
            <p14:sldId id="261"/>
            <p14:sldId id="342"/>
            <p14:sldId id="267"/>
            <p14:sldId id="343"/>
            <p14:sldId id="344"/>
            <p14:sldId id="345"/>
            <p14:sldId id="346"/>
            <p14:sldId id="347"/>
            <p14:sldId id="348"/>
            <p14:sldId id="350"/>
            <p14:sldId id="351"/>
            <p14:sldId id="352"/>
            <p14:sldId id="353"/>
            <p14:sldId id="354"/>
            <p14:sldId id="355"/>
            <p14:sldId id="356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240" autoAdjust="0"/>
  </p:normalViewPr>
  <p:slideViewPr>
    <p:cSldViewPr snapToGrid="0">
      <p:cViewPr>
        <p:scale>
          <a:sx n="92" d="100"/>
          <a:sy n="92" d="100"/>
        </p:scale>
        <p:origin x="245" y="8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0A2E33-65AC-40B1-9331-4DBA68FE675F}" type="doc">
      <dgm:prSet loTypeId="urn:microsoft.com/office/officeart/2005/8/layout/target1" loCatId="relationship" qsTypeId="urn:microsoft.com/office/officeart/2005/8/quickstyle/simple1" qsCatId="simple" csTypeId="urn:microsoft.com/office/officeart/2005/8/colors/colorful2" csCatId="colorful" phldr="1"/>
      <dgm:spPr/>
    </dgm:pt>
    <dgm:pt modelId="{E73637C6-CFAE-400D-B893-118BBA63ECE9}">
      <dgm:prSet phldrT="[Text]"/>
      <dgm:spPr/>
      <dgm:t>
        <a:bodyPr/>
        <a:lstStyle/>
        <a:p>
          <a:r>
            <a:rPr lang="en-GB" b="1"/>
            <a:t>Frontend:</a:t>
          </a:r>
          <a:r>
            <a:rPr lang="en-GB"/>
            <a:t> HTML, CSS (Bootstrap for responsive design) </a:t>
          </a:r>
        </a:p>
      </dgm:t>
    </dgm:pt>
    <dgm:pt modelId="{D4272CB6-7BCB-4764-88FC-00672C6849BD}" type="parTrans" cxnId="{41D736D7-FE5F-4C0C-8CCD-336B623F73BC}">
      <dgm:prSet/>
      <dgm:spPr/>
      <dgm:t>
        <a:bodyPr/>
        <a:lstStyle/>
        <a:p>
          <a:endParaRPr lang="en-GB"/>
        </a:p>
      </dgm:t>
    </dgm:pt>
    <dgm:pt modelId="{48E3BFCC-3208-446E-AC2A-B1C4F7948861}" type="sibTrans" cxnId="{41D736D7-FE5F-4C0C-8CCD-336B623F73BC}">
      <dgm:prSet/>
      <dgm:spPr/>
      <dgm:t>
        <a:bodyPr/>
        <a:lstStyle/>
        <a:p>
          <a:endParaRPr lang="en-GB"/>
        </a:p>
      </dgm:t>
    </dgm:pt>
    <dgm:pt modelId="{B9AFF214-BE05-410A-B96F-68E88416B494}">
      <dgm:prSet phldrT="[Text]" phldr="1"/>
      <dgm:spPr/>
      <dgm:t>
        <a:bodyPr/>
        <a:lstStyle/>
        <a:p>
          <a:endParaRPr lang="en-GB"/>
        </a:p>
      </dgm:t>
    </dgm:pt>
    <dgm:pt modelId="{0A67AC6E-6B17-476E-953F-234AA5031E87}" type="sibTrans" cxnId="{C1FD2F7A-B876-41D9-8749-549A22BCFE9A}">
      <dgm:prSet/>
      <dgm:spPr/>
      <dgm:t>
        <a:bodyPr/>
        <a:lstStyle/>
        <a:p>
          <a:endParaRPr lang="en-GB"/>
        </a:p>
      </dgm:t>
    </dgm:pt>
    <dgm:pt modelId="{85BC5B5F-E46C-4E5B-AFA8-4DADFDEFAF4E}" type="parTrans" cxnId="{C1FD2F7A-B876-41D9-8749-549A22BCFE9A}">
      <dgm:prSet/>
      <dgm:spPr/>
      <dgm:t>
        <a:bodyPr/>
        <a:lstStyle/>
        <a:p>
          <a:endParaRPr lang="en-GB"/>
        </a:p>
      </dgm:t>
    </dgm:pt>
    <dgm:pt modelId="{BA60AF0B-A653-4144-9986-D4B87774DF88}">
      <dgm:prSet phldrT="[Text]" phldr="1"/>
      <dgm:spPr/>
      <dgm:t>
        <a:bodyPr/>
        <a:lstStyle/>
        <a:p>
          <a:endParaRPr lang="en-GB" dirty="0"/>
        </a:p>
      </dgm:t>
    </dgm:pt>
    <dgm:pt modelId="{D2449C2A-062D-47F7-961E-47A275C2F6F7}" type="sibTrans" cxnId="{90822030-0A61-4636-8594-63C6A077DDD1}">
      <dgm:prSet/>
      <dgm:spPr/>
      <dgm:t>
        <a:bodyPr/>
        <a:lstStyle/>
        <a:p>
          <a:endParaRPr lang="en-GB"/>
        </a:p>
      </dgm:t>
    </dgm:pt>
    <dgm:pt modelId="{28B31EF7-97EE-459A-A960-FD971F154CE6}" type="parTrans" cxnId="{90822030-0A61-4636-8594-63C6A077DDD1}">
      <dgm:prSet/>
      <dgm:spPr/>
      <dgm:t>
        <a:bodyPr/>
        <a:lstStyle/>
        <a:p>
          <a:endParaRPr lang="en-GB"/>
        </a:p>
      </dgm:t>
    </dgm:pt>
    <dgm:pt modelId="{D0F4D31C-5BF7-4DFB-A1A8-028B7A28EF94}">
      <dgm:prSet/>
      <dgm:spPr/>
      <dgm:t>
        <a:bodyPr/>
        <a:lstStyle/>
        <a:p>
          <a:r>
            <a:rPr lang="en-GB" b="1"/>
            <a:t>Backend:</a:t>
          </a:r>
          <a:r>
            <a:rPr lang="en-GB"/>
            <a:t> Python (FastAPI / Flask framework) </a:t>
          </a:r>
        </a:p>
      </dgm:t>
    </dgm:pt>
    <dgm:pt modelId="{25562BF1-F2D0-4153-B1DA-F5416BFE8B8C}" type="parTrans" cxnId="{180239B9-C0CD-4C16-9277-0D233694EF64}">
      <dgm:prSet/>
      <dgm:spPr/>
      <dgm:t>
        <a:bodyPr/>
        <a:lstStyle/>
        <a:p>
          <a:endParaRPr lang="en-GB"/>
        </a:p>
      </dgm:t>
    </dgm:pt>
    <dgm:pt modelId="{91EF4F23-405B-478C-86B0-2854680FE067}" type="sibTrans" cxnId="{180239B9-C0CD-4C16-9277-0D233694EF64}">
      <dgm:prSet/>
      <dgm:spPr/>
      <dgm:t>
        <a:bodyPr/>
        <a:lstStyle/>
        <a:p>
          <a:endParaRPr lang="en-GB"/>
        </a:p>
      </dgm:t>
    </dgm:pt>
    <dgm:pt modelId="{D61CC198-7C21-4854-BCA5-06197162ABB6}">
      <dgm:prSet/>
      <dgm:spPr/>
      <dgm:t>
        <a:bodyPr/>
        <a:lstStyle/>
        <a:p>
          <a:r>
            <a:rPr lang="en-GB" b="1"/>
            <a:t>Database:</a:t>
          </a:r>
          <a:r>
            <a:rPr lang="en-GB"/>
            <a:t> PostgreSQL (for structured data storage) </a:t>
          </a:r>
        </a:p>
      </dgm:t>
    </dgm:pt>
    <dgm:pt modelId="{8EB93E9F-917C-4241-BD2F-5F0FBB0904E1}" type="parTrans" cxnId="{EC15B7BD-FCC5-420C-B352-B8CC8B17086A}">
      <dgm:prSet/>
      <dgm:spPr/>
      <dgm:t>
        <a:bodyPr/>
        <a:lstStyle/>
        <a:p>
          <a:endParaRPr lang="en-GB"/>
        </a:p>
      </dgm:t>
    </dgm:pt>
    <dgm:pt modelId="{F5D78581-117A-4598-B67B-727A171A23E0}" type="sibTrans" cxnId="{EC15B7BD-FCC5-420C-B352-B8CC8B17086A}">
      <dgm:prSet/>
      <dgm:spPr/>
      <dgm:t>
        <a:bodyPr/>
        <a:lstStyle/>
        <a:p>
          <a:endParaRPr lang="en-GB"/>
        </a:p>
      </dgm:t>
    </dgm:pt>
    <dgm:pt modelId="{7C92E940-BCFE-4EC2-A081-6CB81212BBB2}">
      <dgm:prSet/>
      <dgm:spPr/>
      <dgm:t>
        <a:bodyPr/>
        <a:lstStyle/>
        <a:p>
          <a:r>
            <a:rPr lang="en-GB" b="1"/>
            <a:t>ORM:</a:t>
          </a:r>
          <a:r>
            <a:rPr lang="en-GB"/>
            <a:t> SQLAlchemy (database interaction and models) </a:t>
          </a:r>
        </a:p>
      </dgm:t>
    </dgm:pt>
    <dgm:pt modelId="{7E5344FB-7B80-4304-8528-7F42F79285B8}" type="parTrans" cxnId="{6991045F-221F-45FA-9165-1CC449FD44C2}">
      <dgm:prSet/>
      <dgm:spPr/>
      <dgm:t>
        <a:bodyPr/>
        <a:lstStyle/>
        <a:p>
          <a:endParaRPr lang="en-GB"/>
        </a:p>
      </dgm:t>
    </dgm:pt>
    <dgm:pt modelId="{8309A2FF-6FF0-426B-A85F-BC4CA22FEA04}" type="sibTrans" cxnId="{6991045F-221F-45FA-9165-1CC449FD44C2}">
      <dgm:prSet/>
      <dgm:spPr/>
      <dgm:t>
        <a:bodyPr/>
        <a:lstStyle/>
        <a:p>
          <a:endParaRPr lang="en-GB"/>
        </a:p>
      </dgm:t>
    </dgm:pt>
    <dgm:pt modelId="{171373E4-FFC3-458F-96B9-B8713189B670}">
      <dgm:prSet/>
      <dgm:spPr/>
      <dgm:t>
        <a:bodyPr/>
        <a:lstStyle/>
        <a:p>
          <a:r>
            <a:rPr lang="en-GB" b="1" dirty="0"/>
            <a:t>API Communication:</a:t>
          </a:r>
          <a:r>
            <a:rPr lang="en-GB" dirty="0"/>
            <a:t> REST APIs (JSON-based communication) </a:t>
          </a:r>
        </a:p>
      </dgm:t>
    </dgm:pt>
    <dgm:pt modelId="{AC138220-F037-4AF2-88C7-F6F36683D3A6}" type="parTrans" cxnId="{B464881E-7B41-429B-AB00-015F207C384E}">
      <dgm:prSet/>
      <dgm:spPr/>
      <dgm:t>
        <a:bodyPr/>
        <a:lstStyle/>
        <a:p>
          <a:endParaRPr lang="en-GB"/>
        </a:p>
      </dgm:t>
    </dgm:pt>
    <dgm:pt modelId="{9C7A7246-C243-455C-A3A7-CE1B2353A775}" type="sibTrans" cxnId="{B464881E-7B41-429B-AB00-015F207C384E}">
      <dgm:prSet/>
      <dgm:spPr/>
      <dgm:t>
        <a:bodyPr/>
        <a:lstStyle/>
        <a:p>
          <a:endParaRPr lang="en-GB"/>
        </a:p>
      </dgm:t>
    </dgm:pt>
    <dgm:pt modelId="{6BEA64AA-3D36-4822-A0C0-E3F24145A763}">
      <dgm:prSet/>
      <dgm:spPr/>
      <dgm:t>
        <a:bodyPr/>
        <a:lstStyle/>
        <a:p>
          <a:endParaRPr lang="en-GB"/>
        </a:p>
      </dgm:t>
    </dgm:pt>
    <dgm:pt modelId="{2EE65828-5B3E-476D-99B6-24632110D8CC}" type="parTrans" cxnId="{08A0FE74-A967-4914-99CB-8D38DD5D3213}">
      <dgm:prSet/>
      <dgm:spPr/>
      <dgm:t>
        <a:bodyPr/>
        <a:lstStyle/>
        <a:p>
          <a:endParaRPr lang="en-GB"/>
        </a:p>
      </dgm:t>
    </dgm:pt>
    <dgm:pt modelId="{67959D26-0436-4BB1-B955-F7B287443F21}" type="sibTrans" cxnId="{08A0FE74-A967-4914-99CB-8D38DD5D3213}">
      <dgm:prSet/>
      <dgm:spPr/>
      <dgm:t>
        <a:bodyPr/>
        <a:lstStyle/>
        <a:p>
          <a:endParaRPr lang="en-GB"/>
        </a:p>
      </dgm:t>
    </dgm:pt>
    <dgm:pt modelId="{72003A6E-B198-4597-886A-F66D7840B598}">
      <dgm:prSet/>
      <dgm:spPr/>
      <dgm:t>
        <a:bodyPr/>
        <a:lstStyle/>
        <a:p>
          <a:endParaRPr lang="en-GB"/>
        </a:p>
      </dgm:t>
    </dgm:pt>
    <dgm:pt modelId="{5BB99289-9DF0-4C4F-AA1F-603AD9F37AC0}" type="parTrans" cxnId="{19265789-D725-446F-8B3A-4DA5197D3086}">
      <dgm:prSet/>
      <dgm:spPr/>
      <dgm:t>
        <a:bodyPr/>
        <a:lstStyle/>
        <a:p>
          <a:endParaRPr lang="en-GB"/>
        </a:p>
      </dgm:t>
    </dgm:pt>
    <dgm:pt modelId="{7416FE5F-58AB-4F03-AE25-A89573D5196C}" type="sibTrans" cxnId="{19265789-D725-446F-8B3A-4DA5197D3086}">
      <dgm:prSet/>
      <dgm:spPr/>
      <dgm:t>
        <a:bodyPr/>
        <a:lstStyle/>
        <a:p>
          <a:endParaRPr lang="en-GB"/>
        </a:p>
      </dgm:t>
    </dgm:pt>
    <dgm:pt modelId="{DB2F81FA-D8EA-4E3E-8FD6-17376E4C6688}" type="pres">
      <dgm:prSet presAssocID="{9A0A2E33-65AC-40B1-9331-4DBA68FE675F}" presName="composite" presStyleCnt="0">
        <dgm:presLayoutVars>
          <dgm:chMax val="5"/>
          <dgm:dir/>
          <dgm:resizeHandles val="exact"/>
        </dgm:presLayoutVars>
      </dgm:prSet>
      <dgm:spPr/>
    </dgm:pt>
    <dgm:pt modelId="{4126BA4B-4540-4066-884F-65F998AE64CB}" type="pres">
      <dgm:prSet presAssocID="{E73637C6-CFAE-400D-B893-118BBA63ECE9}" presName="circle1" presStyleLbl="lnNode1" presStyleIdx="0" presStyleCnt="5"/>
      <dgm:spPr/>
    </dgm:pt>
    <dgm:pt modelId="{B48046E4-715B-4F43-A045-E7F6F2AC8662}" type="pres">
      <dgm:prSet presAssocID="{E73637C6-CFAE-400D-B893-118BBA63ECE9}" presName="text1" presStyleLbl="revTx" presStyleIdx="0" presStyleCnt="5">
        <dgm:presLayoutVars>
          <dgm:bulletEnabled val="1"/>
        </dgm:presLayoutVars>
      </dgm:prSet>
      <dgm:spPr/>
    </dgm:pt>
    <dgm:pt modelId="{51FC3847-8E5E-4BA0-A2D1-B64CA4BC66C8}" type="pres">
      <dgm:prSet presAssocID="{E73637C6-CFAE-400D-B893-118BBA63ECE9}" presName="line1" presStyleLbl="callout" presStyleIdx="0" presStyleCnt="10"/>
      <dgm:spPr/>
    </dgm:pt>
    <dgm:pt modelId="{7F89CA68-ED69-4BB2-AC8D-60D4A24410F0}" type="pres">
      <dgm:prSet presAssocID="{E73637C6-CFAE-400D-B893-118BBA63ECE9}" presName="d1" presStyleLbl="callout" presStyleIdx="1" presStyleCnt="10"/>
      <dgm:spPr/>
    </dgm:pt>
    <dgm:pt modelId="{AAD55E22-2E43-4D3B-821A-33C1A111A867}" type="pres">
      <dgm:prSet presAssocID="{D0F4D31C-5BF7-4DFB-A1A8-028B7A28EF94}" presName="circle2" presStyleLbl="lnNode1" presStyleIdx="1" presStyleCnt="5"/>
      <dgm:spPr/>
    </dgm:pt>
    <dgm:pt modelId="{C3422616-3313-4D90-B71C-AE5A6A0A6D36}" type="pres">
      <dgm:prSet presAssocID="{D0F4D31C-5BF7-4DFB-A1A8-028B7A28EF94}" presName="text2" presStyleLbl="revTx" presStyleIdx="1" presStyleCnt="5">
        <dgm:presLayoutVars>
          <dgm:bulletEnabled val="1"/>
        </dgm:presLayoutVars>
      </dgm:prSet>
      <dgm:spPr/>
    </dgm:pt>
    <dgm:pt modelId="{AFE5C4F7-5607-4E23-A460-411F7EF08829}" type="pres">
      <dgm:prSet presAssocID="{D0F4D31C-5BF7-4DFB-A1A8-028B7A28EF94}" presName="line2" presStyleLbl="callout" presStyleIdx="2" presStyleCnt="10"/>
      <dgm:spPr/>
    </dgm:pt>
    <dgm:pt modelId="{B47266F1-CEB7-4A17-BA00-284EBEF6943B}" type="pres">
      <dgm:prSet presAssocID="{D0F4D31C-5BF7-4DFB-A1A8-028B7A28EF94}" presName="d2" presStyleLbl="callout" presStyleIdx="3" presStyleCnt="10"/>
      <dgm:spPr/>
    </dgm:pt>
    <dgm:pt modelId="{2B403358-12F6-4290-B38F-4A46DD2F65DF}" type="pres">
      <dgm:prSet presAssocID="{D61CC198-7C21-4854-BCA5-06197162ABB6}" presName="circle3" presStyleLbl="lnNode1" presStyleIdx="2" presStyleCnt="5"/>
      <dgm:spPr/>
    </dgm:pt>
    <dgm:pt modelId="{E2482946-30FA-4F16-98DF-12657CBAE51B}" type="pres">
      <dgm:prSet presAssocID="{D61CC198-7C21-4854-BCA5-06197162ABB6}" presName="text3" presStyleLbl="revTx" presStyleIdx="2" presStyleCnt="5">
        <dgm:presLayoutVars>
          <dgm:bulletEnabled val="1"/>
        </dgm:presLayoutVars>
      </dgm:prSet>
      <dgm:spPr/>
    </dgm:pt>
    <dgm:pt modelId="{C5E411D6-552E-4B7A-956E-3D39032CDE90}" type="pres">
      <dgm:prSet presAssocID="{D61CC198-7C21-4854-BCA5-06197162ABB6}" presName="line3" presStyleLbl="callout" presStyleIdx="4" presStyleCnt="10"/>
      <dgm:spPr/>
    </dgm:pt>
    <dgm:pt modelId="{7B8CB0B6-B216-40EE-8559-6E3A0AB0AE0E}" type="pres">
      <dgm:prSet presAssocID="{D61CC198-7C21-4854-BCA5-06197162ABB6}" presName="d3" presStyleLbl="callout" presStyleIdx="5" presStyleCnt="10"/>
      <dgm:spPr/>
    </dgm:pt>
    <dgm:pt modelId="{8391C8CD-C290-42A4-BF59-060DA1A4D91F}" type="pres">
      <dgm:prSet presAssocID="{7C92E940-BCFE-4EC2-A081-6CB81212BBB2}" presName="circle4" presStyleLbl="lnNode1" presStyleIdx="3" presStyleCnt="5"/>
      <dgm:spPr/>
    </dgm:pt>
    <dgm:pt modelId="{7F8AABFC-8238-4A8B-A156-D4D9B3CE24A0}" type="pres">
      <dgm:prSet presAssocID="{7C92E940-BCFE-4EC2-A081-6CB81212BBB2}" presName="text4" presStyleLbl="revTx" presStyleIdx="3" presStyleCnt="5">
        <dgm:presLayoutVars>
          <dgm:bulletEnabled val="1"/>
        </dgm:presLayoutVars>
      </dgm:prSet>
      <dgm:spPr/>
    </dgm:pt>
    <dgm:pt modelId="{EB37E4D8-DF20-4DF2-9875-B3AFF7101641}" type="pres">
      <dgm:prSet presAssocID="{7C92E940-BCFE-4EC2-A081-6CB81212BBB2}" presName="line4" presStyleLbl="callout" presStyleIdx="6" presStyleCnt="10"/>
      <dgm:spPr/>
    </dgm:pt>
    <dgm:pt modelId="{3D15D438-E95C-4571-87C6-05002C53A334}" type="pres">
      <dgm:prSet presAssocID="{7C92E940-BCFE-4EC2-A081-6CB81212BBB2}" presName="d4" presStyleLbl="callout" presStyleIdx="7" presStyleCnt="10"/>
      <dgm:spPr/>
    </dgm:pt>
    <dgm:pt modelId="{3E25B42D-42FB-4A5C-A38F-5C000DE318A8}" type="pres">
      <dgm:prSet presAssocID="{171373E4-FFC3-458F-96B9-B8713189B670}" presName="circle5" presStyleLbl="lnNode1" presStyleIdx="4" presStyleCnt="5"/>
      <dgm:spPr/>
    </dgm:pt>
    <dgm:pt modelId="{7D2AAEDA-C513-4A05-86A9-F847713D100D}" type="pres">
      <dgm:prSet presAssocID="{171373E4-FFC3-458F-96B9-B8713189B670}" presName="text5" presStyleLbl="revTx" presStyleIdx="4" presStyleCnt="5">
        <dgm:presLayoutVars>
          <dgm:bulletEnabled val="1"/>
        </dgm:presLayoutVars>
      </dgm:prSet>
      <dgm:spPr/>
    </dgm:pt>
    <dgm:pt modelId="{779FD724-10A4-4AA9-BE4A-5AA44A7165CD}" type="pres">
      <dgm:prSet presAssocID="{171373E4-FFC3-458F-96B9-B8713189B670}" presName="line5" presStyleLbl="callout" presStyleIdx="8" presStyleCnt="10"/>
      <dgm:spPr/>
    </dgm:pt>
    <dgm:pt modelId="{59E4DEAA-C030-47D7-BF6E-69B61A015194}" type="pres">
      <dgm:prSet presAssocID="{171373E4-FFC3-458F-96B9-B8713189B670}" presName="d5" presStyleLbl="callout" presStyleIdx="9" presStyleCnt="10"/>
      <dgm:spPr/>
    </dgm:pt>
  </dgm:ptLst>
  <dgm:cxnLst>
    <dgm:cxn modelId="{470FBF15-A87A-4E52-BCCE-B28A0FAD35B9}" type="presOf" srcId="{E73637C6-CFAE-400D-B893-118BBA63ECE9}" destId="{B48046E4-715B-4F43-A045-E7F6F2AC8662}" srcOrd="0" destOrd="0" presId="urn:microsoft.com/office/officeart/2005/8/layout/target1"/>
    <dgm:cxn modelId="{FF4AF218-080A-4A4D-8156-F995A9631559}" type="presOf" srcId="{7C92E940-BCFE-4EC2-A081-6CB81212BBB2}" destId="{7F8AABFC-8238-4A8B-A156-D4D9B3CE24A0}" srcOrd="0" destOrd="0" presId="urn:microsoft.com/office/officeart/2005/8/layout/target1"/>
    <dgm:cxn modelId="{B464881E-7B41-429B-AB00-015F207C384E}" srcId="{9A0A2E33-65AC-40B1-9331-4DBA68FE675F}" destId="{171373E4-FFC3-458F-96B9-B8713189B670}" srcOrd="4" destOrd="0" parTransId="{AC138220-F037-4AF2-88C7-F6F36683D3A6}" sibTransId="{9C7A7246-C243-455C-A3A7-CE1B2353A775}"/>
    <dgm:cxn modelId="{90822030-0A61-4636-8594-63C6A077DDD1}" srcId="{9A0A2E33-65AC-40B1-9331-4DBA68FE675F}" destId="{BA60AF0B-A653-4144-9986-D4B87774DF88}" srcOrd="8" destOrd="0" parTransId="{28B31EF7-97EE-459A-A960-FD971F154CE6}" sibTransId="{D2449C2A-062D-47F7-961E-47A275C2F6F7}"/>
    <dgm:cxn modelId="{6991045F-221F-45FA-9165-1CC449FD44C2}" srcId="{9A0A2E33-65AC-40B1-9331-4DBA68FE675F}" destId="{7C92E940-BCFE-4EC2-A081-6CB81212BBB2}" srcOrd="3" destOrd="0" parTransId="{7E5344FB-7B80-4304-8528-7F42F79285B8}" sibTransId="{8309A2FF-6FF0-426B-A85F-BC4CA22FEA04}"/>
    <dgm:cxn modelId="{7DC9A54E-F379-4A63-9FA2-76EB4D11B2C3}" type="presOf" srcId="{9A0A2E33-65AC-40B1-9331-4DBA68FE675F}" destId="{DB2F81FA-D8EA-4E3E-8FD6-17376E4C6688}" srcOrd="0" destOrd="0" presId="urn:microsoft.com/office/officeart/2005/8/layout/target1"/>
    <dgm:cxn modelId="{08A0FE74-A967-4914-99CB-8D38DD5D3213}" srcId="{9A0A2E33-65AC-40B1-9331-4DBA68FE675F}" destId="{6BEA64AA-3D36-4822-A0C0-E3F24145A763}" srcOrd="5" destOrd="0" parTransId="{2EE65828-5B3E-476D-99B6-24632110D8CC}" sibTransId="{67959D26-0436-4BB1-B955-F7B287443F21}"/>
    <dgm:cxn modelId="{C1FD2F7A-B876-41D9-8749-549A22BCFE9A}" srcId="{9A0A2E33-65AC-40B1-9331-4DBA68FE675F}" destId="{B9AFF214-BE05-410A-B96F-68E88416B494}" srcOrd="7" destOrd="0" parTransId="{85BC5B5F-E46C-4E5B-AFA8-4DADFDEFAF4E}" sibTransId="{0A67AC6E-6B17-476E-953F-234AA5031E87}"/>
    <dgm:cxn modelId="{19265789-D725-446F-8B3A-4DA5197D3086}" srcId="{9A0A2E33-65AC-40B1-9331-4DBA68FE675F}" destId="{72003A6E-B198-4597-886A-F66D7840B598}" srcOrd="6" destOrd="0" parTransId="{5BB99289-9DF0-4C4F-AA1F-603AD9F37AC0}" sibTransId="{7416FE5F-58AB-4F03-AE25-A89573D5196C}"/>
    <dgm:cxn modelId="{3C82EDAB-E394-4AAB-8341-A69932DA5491}" type="presOf" srcId="{D0F4D31C-5BF7-4DFB-A1A8-028B7A28EF94}" destId="{C3422616-3313-4D90-B71C-AE5A6A0A6D36}" srcOrd="0" destOrd="0" presId="urn:microsoft.com/office/officeart/2005/8/layout/target1"/>
    <dgm:cxn modelId="{180239B9-C0CD-4C16-9277-0D233694EF64}" srcId="{9A0A2E33-65AC-40B1-9331-4DBA68FE675F}" destId="{D0F4D31C-5BF7-4DFB-A1A8-028B7A28EF94}" srcOrd="1" destOrd="0" parTransId="{25562BF1-F2D0-4153-B1DA-F5416BFE8B8C}" sibTransId="{91EF4F23-405B-478C-86B0-2854680FE067}"/>
    <dgm:cxn modelId="{EC15B7BD-FCC5-420C-B352-B8CC8B17086A}" srcId="{9A0A2E33-65AC-40B1-9331-4DBA68FE675F}" destId="{D61CC198-7C21-4854-BCA5-06197162ABB6}" srcOrd="2" destOrd="0" parTransId="{8EB93E9F-917C-4241-BD2F-5F0FBB0904E1}" sibTransId="{F5D78581-117A-4598-B67B-727A171A23E0}"/>
    <dgm:cxn modelId="{41D736D7-FE5F-4C0C-8CCD-336B623F73BC}" srcId="{9A0A2E33-65AC-40B1-9331-4DBA68FE675F}" destId="{E73637C6-CFAE-400D-B893-118BBA63ECE9}" srcOrd="0" destOrd="0" parTransId="{D4272CB6-7BCB-4764-88FC-00672C6849BD}" sibTransId="{48E3BFCC-3208-446E-AC2A-B1C4F7948861}"/>
    <dgm:cxn modelId="{0E44A4E4-C13A-4658-A9C7-20C146FC46D5}" type="presOf" srcId="{D61CC198-7C21-4854-BCA5-06197162ABB6}" destId="{E2482946-30FA-4F16-98DF-12657CBAE51B}" srcOrd="0" destOrd="0" presId="urn:microsoft.com/office/officeart/2005/8/layout/target1"/>
    <dgm:cxn modelId="{54AC5AFE-6DEA-4D4E-86AD-855F0DF7854E}" type="presOf" srcId="{171373E4-FFC3-458F-96B9-B8713189B670}" destId="{7D2AAEDA-C513-4A05-86A9-F847713D100D}" srcOrd="0" destOrd="0" presId="urn:microsoft.com/office/officeart/2005/8/layout/target1"/>
    <dgm:cxn modelId="{FB24C2CC-A4F3-43D0-8337-6BEC4A693075}" type="presParOf" srcId="{DB2F81FA-D8EA-4E3E-8FD6-17376E4C6688}" destId="{4126BA4B-4540-4066-884F-65F998AE64CB}" srcOrd="0" destOrd="0" presId="urn:microsoft.com/office/officeart/2005/8/layout/target1"/>
    <dgm:cxn modelId="{7ECC51E7-E723-4618-88EB-F1A2635F1059}" type="presParOf" srcId="{DB2F81FA-D8EA-4E3E-8FD6-17376E4C6688}" destId="{B48046E4-715B-4F43-A045-E7F6F2AC8662}" srcOrd="1" destOrd="0" presId="urn:microsoft.com/office/officeart/2005/8/layout/target1"/>
    <dgm:cxn modelId="{C0A67ABA-808D-4024-8E8B-5546EA608EBB}" type="presParOf" srcId="{DB2F81FA-D8EA-4E3E-8FD6-17376E4C6688}" destId="{51FC3847-8E5E-4BA0-A2D1-B64CA4BC66C8}" srcOrd="2" destOrd="0" presId="urn:microsoft.com/office/officeart/2005/8/layout/target1"/>
    <dgm:cxn modelId="{AB6A3941-4437-4F85-8332-95882887621B}" type="presParOf" srcId="{DB2F81FA-D8EA-4E3E-8FD6-17376E4C6688}" destId="{7F89CA68-ED69-4BB2-AC8D-60D4A24410F0}" srcOrd="3" destOrd="0" presId="urn:microsoft.com/office/officeart/2005/8/layout/target1"/>
    <dgm:cxn modelId="{E7D3491A-DFC0-4F68-85B7-727EAC951A00}" type="presParOf" srcId="{DB2F81FA-D8EA-4E3E-8FD6-17376E4C6688}" destId="{AAD55E22-2E43-4D3B-821A-33C1A111A867}" srcOrd="4" destOrd="0" presId="urn:microsoft.com/office/officeart/2005/8/layout/target1"/>
    <dgm:cxn modelId="{DE0EAAEC-8151-4FFE-A9FF-E7BED9184E6A}" type="presParOf" srcId="{DB2F81FA-D8EA-4E3E-8FD6-17376E4C6688}" destId="{C3422616-3313-4D90-B71C-AE5A6A0A6D36}" srcOrd="5" destOrd="0" presId="urn:microsoft.com/office/officeart/2005/8/layout/target1"/>
    <dgm:cxn modelId="{CB364D7B-04B1-4F38-831A-CDEA2CB2D433}" type="presParOf" srcId="{DB2F81FA-D8EA-4E3E-8FD6-17376E4C6688}" destId="{AFE5C4F7-5607-4E23-A460-411F7EF08829}" srcOrd="6" destOrd="0" presId="urn:microsoft.com/office/officeart/2005/8/layout/target1"/>
    <dgm:cxn modelId="{CA36DCD8-1EB6-4663-88FD-40095B75B43D}" type="presParOf" srcId="{DB2F81FA-D8EA-4E3E-8FD6-17376E4C6688}" destId="{B47266F1-CEB7-4A17-BA00-284EBEF6943B}" srcOrd="7" destOrd="0" presId="urn:microsoft.com/office/officeart/2005/8/layout/target1"/>
    <dgm:cxn modelId="{7A636A7E-F9F9-4E4A-BCDC-EB63AAF913D7}" type="presParOf" srcId="{DB2F81FA-D8EA-4E3E-8FD6-17376E4C6688}" destId="{2B403358-12F6-4290-B38F-4A46DD2F65DF}" srcOrd="8" destOrd="0" presId="urn:microsoft.com/office/officeart/2005/8/layout/target1"/>
    <dgm:cxn modelId="{AF353110-B3DD-4C1F-9BDF-E31DB4605DC9}" type="presParOf" srcId="{DB2F81FA-D8EA-4E3E-8FD6-17376E4C6688}" destId="{E2482946-30FA-4F16-98DF-12657CBAE51B}" srcOrd="9" destOrd="0" presId="urn:microsoft.com/office/officeart/2005/8/layout/target1"/>
    <dgm:cxn modelId="{1DBEB178-FFC6-4ECC-A293-1286E2A2E68D}" type="presParOf" srcId="{DB2F81FA-D8EA-4E3E-8FD6-17376E4C6688}" destId="{C5E411D6-552E-4B7A-956E-3D39032CDE90}" srcOrd="10" destOrd="0" presId="urn:microsoft.com/office/officeart/2005/8/layout/target1"/>
    <dgm:cxn modelId="{F6D2BA7D-42B2-4D45-B936-8CAE2CEB39B9}" type="presParOf" srcId="{DB2F81FA-D8EA-4E3E-8FD6-17376E4C6688}" destId="{7B8CB0B6-B216-40EE-8559-6E3A0AB0AE0E}" srcOrd="11" destOrd="0" presId="urn:microsoft.com/office/officeart/2005/8/layout/target1"/>
    <dgm:cxn modelId="{03047A6D-50B4-43CF-9B22-67F714CF9364}" type="presParOf" srcId="{DB2F81FA-D8EA-4E3E-8FD6-17376E4C6688}" destId="{8391C8CD-C290-42A4-BF59-060DA1A4D91F}" srcOrd="12" destOrd="0" presId="urn:microsoft.com/office/officeart/2005/8/layout/target1"/>
    <dgm:cxn modelId="{29C7D067-2D2A-44F4-89C1-26D591CB4799}" type="presParOf" srcId="{DB2F81FA-D8EA-4E3E-8FD6-17376E4C6688}" destId="{7F8AABFC-8238-4A8B-A156-D4D9B3CE24A0}" srcOrd="13" destOrd="0" presId="urn:microsoft.com/office/officeart/2005/8/layout/target1"/>
    <dgm:cxn modelId="{BCC85402-1009-4A7D-9B42-7A3A37B69599}" type="presParOf" srcId="{DB2F81FA-D8EA-4E3E-8FD6-17376E4C6688}" destId="{EB37E4D8-DF20-4DF2-9875-B3AFF7101641}" srcOrd="14" destOrd="0" presId="urn:microsoft.com/office/officeart/2005/8/layout/target1"/>
    <dgm:cxn modelId="{BA17FD1A-9C7F-4E9B-B7E1-B2D4B29019D8}" type="presParOf" srcId="{DB2F81FA-D8EA-4E3E-8FD6-17376E4C6688}" destId="{3D15D438-E95C-4571-87C6-05002C53A334}" srcOrd="15" destOrd="0" presId="urn:microsoft.com/office/officeart/2005/8/layout/target1"/>
    <dgm:cxn modelId="{310EFB38-83A2-4C60-8AB2-195ADDA34563}" type="presParOf" srcId="{DB2F81FA-D8EA-4E3E-8FD6-17376E4C6688}" destId="{3E25B42D-42FB-4A5C-A38F-5C000DE318A8}" srcOrd="16" destOrd="0" presId="urn:microsoft.com/office/officeart/2005/8/layout/target1"/>
    <dgm:cxn modelId="{836A212A-D6F9-4589-A8E2-97EC47E59109}" type="presParOf" srcId="{DB2F81FA-D8EA-4E3E-8FD6-17376E4C6688}" destId="{7D2AAEDA-C513-4A05-86A9-F847713D100D}" srcOrd="17" destOrd="0" presId="urn:microsoft.com/office/officeart/2005/8/layout/target1"/>
    <dgm:cxn modelId="{8BC7DD07-6BD6-4805-BD17-609552F9B4B9}" type="presParOf" srcId="{DB2F81FA-D8EA-4E3E-8FD6-17376E4C6688}" destId="{779FD724-10A4-4AA9-BE4A-5AA44A7165CD}" srcOrd="18" destOrd="0" presId="urn:microsoft.com/office/officeart/2005/8/layout/target1"/>
    <dgm:cxn modelId="{B4172BCA-6042-40D3-B51B-912A0E6699F7}" type="presParOf" srcId="{DB2F81FA-D8EA-4E3E-8FD6-17376E4C6688}" destId="{59E4DEAA-C030-47D7-BF6E-69B61A015194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8C9D20-F5F9-4565-B243-62CDAFFE5F14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0DCDAF1-7781-4F04-A157-21DF861509D6}">
      <dgm:prSet phldrT="[Text]" custT="1"/>
      <dgm:spPr/>
      <dgm:t>
        <a:bodyPr/>
        <a:lstStyle/>
        <a:p>
          <a:r>
            <a:rPr lang="en-GB" sz="1600" b="1" dirty="0">
              <a:solidFill>
                <a:schemeClr val="tx1"/>
              </a:solidFill>
              <a:latin typeface="Arial Black" panose="020B0A04020102020204" pitchFamily="34" charset="0"/>
            </a:rPr>
            <a:t>APP</a:t>
          </a:r>
        </a:p>
      </dgm:t>
    </dgm:pt>
    <dgm:pt modelId="{57326AF5-028F-4076-88BD-0D47C74E9825}" type="parTrans" cxnId="{ED560A32-E3D5-49FC-8A76-D80108909464}">
      <dgm:prSet/>
      <dgm:spPr/>
      <dgm:t>
        <a:bodyPr/>
        <a:lstStyle/>
        <a:p>
          <a:endParaRPr lang="en-GB"/>
        </a:p>
      </dgm:t>
    </dgm:pt>
    <dgm:pt modelId="{3B3F33B9-BFD7-4BC9-ACB6-9443E229E4A8}" type="sibTrans" cxnId="{ED560A32-E3D5-49FC-8A76-D80108909464}">
      <dgm:prSet/>
      <dgm:spPr/>
      <dgm:t>
        <a:bodyPr/>
        <a:lstStyle/>
        <a:p>
          <a:endParaRPr lang="en-GB"/>
        </a:p>
      </dgm:t>
    </dgm:pt>
    <dgm:pt modelId="{5259E218-DD1C-49F2-BB07-DF12ED917D15}">
      <dgm:prSet phldrT="[Text]" custT="1"/>
      <dgm:spPr/>
      <dgm:t>
        <a:bodyPr/>
        <a:lstStyle/>
        <a:p>
          <a:r>
            <a:rPr lang="en-GB" sz="1100" b="1" dirty="0">
              <a:solidFill>
                <a:schemeClr val="tx1"/>
              </a:solidFill>
              <a:latin typeface="Arial Black" panose="020B0A04020102020204" pitchFamily="34" charset="0"/>
            </a:rPr>
            <a:t>app ( Main backend project folder )</a:t>
          </a:r>
        </a:p>
      </dgm:t>
    </dgm:pt>
    <dgm:pt modelId="{7F1D0FAB-C950-4699-9BEF-9E31CE45B028}" type="parTrans" cxnId="{3118003F-A0DF-430A-9ED1-82BD27D67187}">
      <dgm:prSet/>
      <dgm:spPr/>
      <dgm:t>
        <a:bodyPr/>
        <a:lstStyle/>
        <a:p>
          <a:endParaRPr lang="en-GB"/>
        </a:p>
      </dgm:t>
    </dgm:pt>
    <dgm:pt modelId="{92AD115F-C4F7-40CB-82ED-D7BFAA95F2AD}" type="sibTrans" cxnId="{3118003F-A0DF-430A-9ED1-82BD27D67187}">
      <dgm:prSet/>
      <dgm:spPr/>
      <dgm:t>
        <a:bodyPr/>
        <a:lstStyle/>
        <a:p>
          <a:endParaRPr lang="en-GB"/>
        </a:p>
      </dgm:t>
    </dgm:pt>
    <dgm:pt modelId="{0119EA7A-5ACA-4671-BD29-D0379FA30964}">
      <dgm:prSet phldrT="[Text]" custT="1"/>
      <dgm:spPr/>
      <dgm:t>
        <a:bodyPr/>
        <a:lstStyle/>
        <a:p>
          <a:r>
            <a:rPr lang="en-GB" sz="1100" b="0" i="0" dirty="0">
              <a:latin typeface="Arial Black" panose="020B0A04020102020204" pitchFamily="34" charset="0"/>
            </a:rPr>
            <a:t>api (API Layer – Controllers / Routes)</a:t>
          </a:r>
        </a:p>
      </dgm:t>
    </dgm:pt>
    <dgm:pt modelId="{8BC5EC4F-539F-4159-8E7A-13D711F94C09}" type="parTrans" cxnId="{8129E259-C769-405A-969B-1F85EA4AF9D9}">
      <dgm:prSet/>
      <dgm:spPr/>
      <dgm:t>
        <a:bodyPr/>
        <a:lstStyle/>
        <a:p>
          <a:endParaRPr lang="en-GB"/>
        </a:p>
      </dgm:t>
    </dgm:pt>
    <dgm:pt modelId="{DD487206-FD25-4BF7-96D7-1A80C128105A}" type="sibTrans" cxnId="{8129E259-C769-405A-969B-1F85EA4AF9D9}">
      <dgm:prSet/>
      <dgm:spPr/>
      <dgm:t>
        <a:bodyPr/>
        <a:lstStyle/>
        <a:p>
          <a:endParaRPr lang="en-GB"/>
        </a:p>
      </dgm:t>
    </dgm:pt>
    <dgm:pt modelId="{60ED51AD-2332-4F72-A295-19AF9BF25F60}">
      <dgm:prSet phldrT="[Text]" custT="1"/>
      <dgm:spPr/>
      <dgm:t>
        <a:bodyPr/>
        <a:lstStyle/>
        <a:p>
          <a:r>
            <a:rPr lang="en-US" sz="1200" b="1" i="0" dirty="0">
              <a:latin typeface="Arial Black" panose="020B0A04020102020204" pitchFamily="34" charset="0"/>
            </a:rPr>
            <a:t>core (</a:t>
          </a:r>
          <a:r>
            <a:rPr lang="en-GB" sz="1200" b="1" i="0" dirty="0">
              <a:latin typeface="Arial Black" panose="020B0A04020102020204" pitchFamily="34" charset="0"/>
            </a:rPr>
            <a:t>(Core Configuration &amp; Utilities) </a:t>
          </a:r>
          <a:r>
            <a:rPr lang="en-US" sz="1200" b="1" i="0" dirty="0">
              <a:latin typeface="Arial Black" panose="020B0A04020102020204" pitchFamily="34" charset="0"/>
            </a:rPr>
            <a:t>)</a:t>
          </a:r>
          <a:endParaRPr lang="en-GB" sz="1200" b="1" i="0" dirty="0">
            <a:latin typeface="Arial Black" panose="020B0A04020102020204" pitchFamily="34" charset="0"/>
          </a:endParaRPr>
        </a:p>
      </dgm:t>
    </dgm:pt>
    <dgm:pt modelId="{2C8370AE-3B20-44C6-B2D4-75528056572C}" type="parTrans" cxnId="{E534736B-8A81-479C-8097-8EB8F7C1F1B6}">
      <dgm:prSet/>
      <dgm:spPr/>
      <dgm:t>
        <a:bodyPr/>
        <a:lstStyle/>
        <a:p>
          <a:endParaRPr lang="en-GB"/>
        </a:p>
      </dgm:t>
    </dgm:pt>
    <dgm:pt modelId="{2A6CD009-994B-4684-8957-613C3E9DCE96}" type="sibTrans" cxnId="{E534736B-8A81-479C-8097-8EB8F7C1F1B6}">
      <dgm:prSet/>
      <dgm:spPr/>
      <dgm:t>
        <a:bodyPr/>
        <a:lstStyle/>
        <a:p>
          <a:endParaRPr lang="en-GB"/>
        </a:p>
      </dgm:t>
    </dgm:pt>
    <dgm:pt modelId="{56FB1AB6-A145-4191-8CD6-A012DCEA8431}">
      <dgm:prSet phldrT="[Text]" custT="1"/>
      <dgm:spPr/>
      <dgm:t>
        <a:bodyPr/>
        <a:lstStyle/>
        <a:p>
          <a:r>
            <a:rPr lang="en-GB" sz="1200" b="0" i="0" dirty="0">
              <a:latin typeface="Arial Black" panose="020B0A04020102020204" pitchFamily="34" charset="0"/>
            </a:rPr>
            <a:t>Models / (ORM Models) </a:t>
          </a:r>
        </a:p>
      </dgm:t>
    </dgm:pt>
    <dgm:pt modelId="{0ACD6086-5451-48A1-AFC6-E35F839B9C37}" type="parTrans" cxnId="{9D03499F-2E26-45AB-87D8-675FBB1EE817}">
      <dgm:prSet/>
      <dgm:spPr/>
      <dgm:t>
        <a:bodyPr/>
        <a:lstStyle/>
        <a:p>
          <a:endParaRPr lang="en-GB"/>
        </a:p>
      </dgm:t>
    </dgm:pt>
    <dgm:pt modelId="{998E27A0-D099-46F6-9471-123F83A45832}" type="sibTrans" cxnId="{9D03499F-2E26-45AB-87D8-675FBB1EE817}">
      <dgm:prSet/>
      <dgm:spPr/>
      <dgm:t>
        <a:bodyPr/>
        <a:lstStyle/>
        <a:p>
          <a:endParaRPr lang="en-GB"/>
        </a:p>
      </dgm:t>
    </dgm:pt>
    <dgm:pt modelId="{73F4EC45-AB93-4C05-98C1-E860BCFD4106}">
      <dgm:prSet custT="1"/>
      <dgm:spPr/>
      <dgm:t>
        <a:bodyPr/>
        <a:lstStyle/>
        <a:p>
          <a:r>
            <a:rPr lang="en-GB" sz="1200" b="1" i="0" dirty="0">
              <a:latin typeface="Arial Black" panose="020B0A04020102020204" pitchFamily="34" charset="0"/>
            </a:rPr>
            <a:t>db / (Database Layer) </a:t>
          </a:r>
        </a:p>
      </dgm:t>
    </dgm:pt>
    <dgm:pt modelId="{05ABC0C6-6841-469B-B1C9-025AA2F61F00}" type="parTrans" cxnId="{4CA92424-5147-4257-BA0F-9871083A4AD6}">
      <dgm:prSet/>
      <dgm:spPr/>
      <dgm:t>
        <a:bodyPr/>
        <a:lstStyle/>
        <a:p>
          <a:endParaRPr lang="en-GB"/>
        </a:p>
      </dgm:t>
    </dgm:pt>
    <dgm:pt modelId="{E3EDF94A-B3E8-4188-9BE6-3BF7F8056DF3}" type="sibTrans" cxnId="{4CA92424-5147-4257-BA0F-9871083A4AD6}">
      <dgm:prSet/>
      <dgm:spPr/>
      <dgm:t>
        <a:bodyPr/>
        <a:lstStyle/>
        <a:p>
          <a:endParaRPr lang="en-GB"/>
        </a:p>
      </dgm:t>
    </dgm:pt>
    <dgm:pt modelId="{E192B9AC-0756-48AF-A8FE-93513E3EE8DC}">
      <dgm:prSet custT="1"/>
      <dgm:spPr/>
      <dgm:t>
        <a:bodyPr/>
        <a:lstStyle/>
        <a:p>
          <a:r>
            <a:rPr lang="en-GB" sz="1200" b="0" i="0" dirty="0">
              <a:latin typeface="Arial Black" panose="020B0A04020102020204" pitchFamily="34" charset="0"/>
            </a:rPr>
            <a:t>schemas/(Data Validation Layer)</a:t>
          </a:r>
        </a:p>
      </dgm:t>
    </dgm:pt>
    <dgm:pt modelId="{3179BA84-7FA2-4229-AD49-1CB2712A70AC}" type="parTrans" cxnId="{F5D58D19-208F-41AE-B5BA-2F5D6BE0ED0D}">
      <dgm:prSet/>
      <dgm:spPr/>
      <dgm:t>
        <a:bodyPr/>
        <a:lstStyle/>
        <a:p>
          <a:endParaRPr lang="en-US"/>
        </a:p>
      </dgm:t>
    </dgm:pt>
    <dgm:pt modelId="{D62C60D5-F20B-4461-85BA-9E27501BBA3A}" type="sibTrans" cxnId="{F5D58D19-208F-41AE-B5BA-2F5D6BE0ED0D}">
      <dgm:prSet/>
      <dgm:spPr/>
      <dgm:t>
        <a:bodyPr/>
        <a:lstStyle/>
        <a:p>
          <a:endParaRPr lang="en-US"/>
        </a:p>
      </dgm:t>
    </dgm:pt>
    <dgm:pt modelId="{4C34D304-3FF5-415A-98D0-EF17ADCDCA34}">
      <dgm:prSet custT="1"/>
      <dgm:spPr/>
      <dgm:t>
        <a:bodyPr/>
        <a:lstStyle/>
        <a:p>
          <a:r>
            <a:rPr lang="en-US" sz="1200" dirty="0">
              <a:latin typeface="Arial Black" panose="020B0A04020102020204" pitchFamily="34" charset="0"/>
            </a:rPr>
            <a:t>Main.py</a:t>
          </a:r>
          <a:endParaRPr lang="en-GB" sz="1200" dirty="0">
            <a:latin typeface="Arial Black" panose="020B0A04020102020204" pitchFamily="34" charset="0"/>
          </a:endParaRPr>
        </a:p>
      </dgm:t>
    </dgm:pt>
    <dgm:pt modelId="{61420216-5F2E-43AB-815A-56ADF650D354}" type="parTrans" cxnId="{97A3BFB6-4D9F-4C93-9A8A-6ADCDF9BD95F}">
      <dgm:prSet/>
      <dgm:spPr/>
      <dgm:t>
        <a:bodyPr/>
        <a:lstStyle/>
        <a:p>
          <a:endParaRPr lang="en-US"/>
        </a:p>
      </dgm:t>
    </dgm:pt>
    <dgm:pt modelId="{F4096082-96EE-4806-AD25-9AC9A210C6E4}" type="sibTrans" cxnId="{97A3BFB6-4D9F-4C93-9A8A-6ADCDF9BD95F}">
      <dgm:prSet/>
      <dgm:spPr/>
      <dgm:t>
        <a:bodyPr/>
        <a:lstStyle/>
        <a:p>
          <a:endParaRPr lang="en-US"/>
        </a:p>
      </dgm:t>
    </dgm:pt>
    <dgm:pt modelId="{0B9F0D50-491C-48E9-99D5-BE3DE47C6E52}">
      <dgm:prSet custT="1"/>
      <dgm:spPr/>
      <dgm:t>
        <a:bodyPr/>
        <a:lstStyle/>
        <a:p>
          <a:r>
            <a:rPr lang="en-GB" sz="1200" b="0" dirty="0">
              <a:latin typeface="Arial Black" panose="020B0A04020102020204" pitchFamily="34" charset="0"/>
            </a:rPr>
            <a:t>create_admin.py </a:t>
          </a:r>
        </a:p>
      </dgm:t>
    </dgm:pt>
    <dgm:pt modelId="{D9CACF3C-5B6D-4412-84F5-8F8E985404BE}" type="parTrans" cxnId="{7B788380-5C4E-43A3-9A93-2AFA5C81DDB7}">
      <dgm:prSet/>
      <dgm:spPr/>
      <dgm:t>
        <a:bodyPr/>
        <a:lstStyle/>
        <a:p>
          <a:endParaRPr lang="en-US"/>
        </a:p>
      </dgm:t>
    </dgm:pt>
    <dgm:pt modelId="{9712DE48-7DC5-439C-8E82-49A59EE25D61}" type="sibTrans" cxnId="{7B788380-5C4E-43A3-9A93-2AFA5C81DDB7}">
      <dgm:prSet/>
      <dgm:spPr/>
      <dgm:t>
        <a:bodyPr/>
        <a:lstStyle/>
        <a:p>
          <a:endParaRPr lang="en-US"/>
        </a:p>
      </dgm:t>
    </dgm:pt>
    <dgm:pt modelId="{FC7F36AF-2B28-4446-89B6-BC1B1560D4D3}">
      <dgm:prSet custT="1"/>
      <dgm:spPr/>
      <dgm:t>
        <a:bodyPr/>
        <a:lstStyle/>
        <a:p>
          <a:r>
            <a:rPr lang="en-GB" sz="1200" b="0" dirty="0">
              <a:latin typeface="Arial Black" panose="020B0A04020102020204" pitchFamily="34" charset="0"/>
            </a:rPr>
            <a:t>env.py </a:t>
          </a:r>
        </a:p>
      </dgm:t>
    </dgm:pt>
    <dgm:pt modelId="{49DF9690-8518-4AEE-B212-044DF0F88DBE}" type="parTrans" cxnId="{B40B6F82-8FE6-484C-8494-B6A6EFEBD771}">
      <dgm:prSet/>
      <dgm:spPr/>
      <dgm:t>
        <a:bodyPr/>
        <a:lstStyle/>
        <a:p>
          <a:endParaRPr lang="en-US"/>
        </a:p>
      </dgm:t>
    </dgm:pt>
    <dgm:pt modelId="{68750893-4243-4194-A94F-9857BC244B89}" type="sibTrans" cxnId="{B40B6F82-8FE6-484C-8494-B6A6EFEBD771}">
      <dgm:prSet/>
      <dgm:spPr/>
      <dgm:t>
        <a:bodyPr/>
        <a:lstStyle/>
        <a:p>
          <a:endParaRPr lang="en-US"/>
        </a:p>
      </dgm:t>
    </dgm:pt>
    <dgm:pt modelId="{2EA86156-09EC-453B-A04D-B70D2A799725}">
      <dgm:prSet custT="1"/>
      <dgm:spPr/>
      <dgm:t>
        <a:bodyPr/>
        <a:lstStyle/>
        <a:p>
          <a:r>
            <a:rPr lang="en-GB" sz="1200" b="1" dirty="0">
              <a:latin typeface="Arial Black" panose="020B0A04020102020204" pitchFamily="34" charset="0"/>
            </a:rPr>
            <a:t>venv</a:t>
          </a:r>
          <a:endParaRPr lang="en-GB" sz="1200" dirty="0">
            <a:latin typeface="Arial Black" panose="020B0A04020102020204" pitchFamily="34" charset="0"/>
          </a:endParaRPr>
        </a:p>
      </dgm:t>
    </dgm:pt>
    <dgm:pt modelId="{4165074E-631B-4E07-B994-C56FB916A90A}" type="parTrans" cxnId="{270CF0BD-FA5D-42E5-A6E5-33348FA4B873}">
      <dgm:prSet/>
      <dgm:spPr/>
      <dgm:t>
        <a:bodyPr/>
        <a:lstStyle/>
        <a:p>
          <a:endParaRPr lang="en-US"/>
        </a:p>
      </dgm:t>
    </dgm:pt>
    <dgm:pt modelId="{9ED0ABA1-6461-496B-87C7-E2AF81E50BFC}" type="sibTrans" cxnId="{270CF0BD-FA5D-42E5-A6E5-33348FA4B873}">
      <dgm:prSet/>
      <dgm:spPr/>
      <dgm:t>
        <a:bodyPr/>
        <a:lstStyle/>
        <a:p>
          <a:endParaRPr lang="en-US"/>
        </a:p>
      </dgm:t>
    </dgm:pt>
    <dgm:pt modelId="{477BDE46-4D12-4D45-9D47-42A90ADF8931}">
      <dgm:prSet custT="1"/>
      <dgm:spPr/>
      <dgm:t>
        <a:bodyPr/>
        <a:lstStyle/>
        <a:p>
          <a:r>
            <a:rPr lang="en-GB" sz="1400" b="1" dirty="0">
              <a:solidFill>
                <a:schemeClr val="tx1"/>
              </a:solidFill>
              <a:latin typeface="Arial Black" panose="020B0A04020102020204" pitchFamily="34" charset="0"/>
            </a:rPr>
            <a:t>Static</a:t>
          </a:r>
          <a:endParaRPr lang="en-GB" sz="1400" dirty="0">
            <a:solidFill>
              <a:schemeClr val="tx1"/>
            </a:solidFill>
            <a:latin typeface="Arial Black" panose="020B0A04020102020204" pitchFamily="34" charset="0"/>
          </a:endParaRPr>
        </a:p>
      </dgm:t>
    </dgm:pt>
    <dgm:pt modelId="{FE0283D7-F025-4DAB-858B-64F2686C4F49}" type="parTrans" cxnId="{75F13E96-4E24-4D44-A948-B33846840CF1}">
      <dgm:prSet/>
      <dgm:spPr/>
      <dgm:t>
        <a:bodyPr/>
        <a:lstStyle/>
        <a:p>
          <a:endParaRPr lang="en-US"/>
        </a:p>
      </dgm:t>
    </dgm:pt>
    <dgm:pt modelId="{6171CB91-3ECE-4DF6-B4E2-CA0C0DBF7755}" type="sibTrans" cxnId="{75F13E96-4E24-4D44-A948-B33846840CF1}">
      <dgm:prSet/>
      <dgm:spPr/>
      <dgm:t>
        <a:bodyPr/>
        <a:lstStyle/>
        <a:p>
          <a:endParaRPr lang="en-US"/>
        </a:p>
      </dgm:t>
    </dgm:pt>
    <dgm:pt modelId="{DE566004-ACAC-4E56-91A3-86071B8CE411}">
      <dgm:prSet custT="1"/>
      <dgm:spPr/>
      <dgm:t>
        <a:bodyPr/>
        <a:lstStyle/>
        <a:p>
          <a:r>
            <a:rPr lang="en-US" sz="1200" dirty="0">
              <a:solidFill>
                <a:schemeClr val="tx1"/>
              </a:solidFill>
              <a:latin typeface="Arial Black" panose="020B0A04020102020204" pitchFamily="34" charset="0"/>
            </a:rPr>
            <a:t>Templates</a:t>
          </a:r>
          <a:endParaRPr lang="en-GB" sz="1200" dirty="0">
            <a:solidFill>
              <a:schemeClr val="tx1"/>
            </a:solidFill>
            <a:latin typeface="Arial Black" panose="020B0A04020102020204" pitchFamily="34" charset="0"/>
          </a:endParaRPr>
        </a:p>
      </dgm:t>
    </dgm:pt>
    <dgm:pt modelId="{9A86E9EC-DA73-462A-8C41-27083F2AC621}" type="parTrans" cxnId="{D23A9AAB-AF56-4CC3-9033-98390DB5F101}">
      <dgm:prSet/>
      <dgm:spPr/>
      <dgm:t>
        <a:bodyPr/>
        <a:lstStyle/>
        <a:p>
          <a:endParaRPr lang="en-US"/>
        </a:p>
      </dgm:t>
    </dgm:pt>
    <dgm:pt modelId="{AB916216-838C-4DB1-837D-70E5D1DDDC60}" type="sibTrans" cxnId="{D23A9AAB-AF56-4CC3-9033-98390DB5F101}">
      <dgm:prSet/>
      <dgm:spPr/>
      <dgm:t>
        <a:bodyPr/>
        <a:lstStyle/>
        <a:p>
          <a:endParaRPr lang="en-US"/>
        </a:p>
      </dgm:t>
    </dgm:pt>
    <dgm:pt modelId="{6E9AB460-0275-4346-BB55-C543A48E966A}">
      <dgm:prSet custT="1"/>
      <dgm:spPr/>
      <dgm:t>
        <a:bodyPr/>
        <a:lstStyle/>
        <a:p>
          <a:r>
            <a:rPr lang="en-US" sz="1100" dirty="0">
              <a:solidFill>
                <a:schemeClr val="tx1"/>
              </a:solidFill>
              <a:latin typeface="Arial Black" panose="020B0A04020102020204" pitchFamily="34" charset="0"/>
            </a:rPr>
            <a:t>.env</a:t>
          </a:r>
          <a:endParaRPr lang="en-GB" sz="1100" dirty="0">
            <a:solidFill>
              <a:schemeClr val="tx1"/>
            </a:solidFill>
            <a:latin typeface="Arial Black" panose="020B0A04020102020204" pitchFamily="34" charset="0"/>
          </a:endParaRPr>
        </a:p>
      </dgm:t>
    </dgm:pt>
    <dgm:pt modelId="{39BD7E8C-F5C2-4938-80FE-F1D8FB93491C}" type="parTrans" cxnId="{7C63DCF2-ECA4-4972-87BE-40C31084E791}">
      <dgm:prSet/>
      <dgm:spPr/>
      <dgm:t>
        <a:bodyPr/>
        <a:lstStyle/>
        <a:p>
          <a:endParaRPr lang="en-US"/>
        </a:p>
      </dgm:t>
    </dgm:pt>
    <dgm:pt modelId="{74E657E5-E168-414E-A497-3353E0BD968C}" type="sibTrans" cxnId="{7C63DCF2-ECA4-4972-87BE-40C31084E791}">
      <dgm:prSet/>
      <dgm:spPr/>
      <dgm:t>
        <a:bodyPr/>
        <a:lstStyle/>
        <a:p>
          <a:endParaRPr lang="en-US"/>
        </a:p>
      </dgm:t>
    </dgm:pt>
    <dgm:pt modelId="{41B5C429-6D5B-4739-BAA6-02DFBB50DEB5}" type="pres">
      <dgm:prSet presAssocID="{878C9D20-F5F9-4565-B243-62CDAFFE5F1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C6F4D3D-A6B3-4564-BC04-5E7CEC8B15DE}" type="pres">
      <dgm:prSet presAssocID="{60DCDAF1-7781-4F04-A157-21DF861509D6}" presName="hierRoot1" presStyleCnt="0">
        <dgm:presLayoutVars>
          <dgm:hierBranch val="init"/>
        </dgm:presLayoutVars>
      </dgm:prSet>
      <dgm:spPr/>
    </dgm:pt>
    <dgm:pt modelId="{762B9E68-6852-463B-B30B-43EB1C28A108}" type="pres">
      <dgm:prSet presAssocID="{60DCDAF1-7781-4F04-A157-21DF861509D6}" presName="rootComposite1" presStyleCnt="0"/>
      <dgm:spPr/>
    </dgm:pt>
    <dgm:pt modelId="{1F8CE03B-5D68-455C-ACDC-5613314BE660}" type="pres">
      <dgm:prSet presAssocID="{60DCDAF1-7781-4F04-A157-21DF861509D6}" presName="rootText1" presStyleLbl="node0" presStyleIdx="0" presStyleCnt="1" custLinFactX="-3614" custLinFactNeighborX="-100000" custLinFactNeighborY="-8940">
        <dgm:presLayoutVars>
          <dgm:chPref val="3"/>
        </dgm:presLayoutVars>
      </dgm:prSet>
      <dgm:spPr/>
    </dgm:pt>
    <dgm:pt modelId="{38455AC1-C8F7-4EC6-BDB1-428A800705F5}" type="pres">
      <dgm:prSet presAssocID="{60DCDAF1-7781-4F04-A157-21DF861509D6}" presName="rootConnector1" presStyleLbl="node1" presStyleIdx="0" presStyleCnt="0"/>
      <dgm:spPr/>
    </dgm:pt>
    <dgm:pt modelId="{CF50CB72-9F83-4F52-B046-C43AF7FE01C7}" type="pres">
      <dgm:prSet presAssocID="{60DCDAF1-7781-4F04-A157-21DF861509D6}" presName="hierChild2" presStyleCnt="0"/>
      <dgm:spPr/>
    </dgm:pt>
    <dgm:pt modelId="{A3EAAC1E-7C7C-4439-B524-F602C9B06C25}" type="pres">
      <dgm:prSet presAssocID="{7F1D0FAB-C950-4699-9BEF-9E31CE45B028}" presName="Name64" presStyleLbl="parChTrans1D2" presStyleIdx="0" presStyleCnt="4"/>
      <dgm:spPr/>
    </dgm:pt>
    <dgm:pt modelId="{4EBF9A64-C68E-42BD-A4CD-423A513242CF}" type="pres">
      <dgm:prSet presAssocID="{5259E218-DD1C-49F2-BB07-DF12ED917D15}" presName="hierRoot2" presStyleCnt="0">
        <dgm:presLayoutVars>
          <dgm:hierBranch val="init"/>
        </dgm:presLayoutVars>
      </dgm:prSet>
      <dgm:spPr/>
    </dgm:pt>
    <dgm:pt modelId="{7BA33C4C-CD10-4F6B-B227-2C791F7704DD}" type="pres">
      <dgm:prSet presAssocID="{5259E218-DD1C-49F2-BB07-DF12ED917D15}" presName="rootComposite" presStyleCnt="0"/>
      <dgm:spPr/>
    </dgm:pt>
    <dgm:pt modelId="{45FAF3BD-C9C3-4A25-BB73-B1D555206A21}" type="pres">
      <dgm:prSet presAssocID="{5259E218-DD1C-49F2-BB07-DF12ED917D15}" presName="rootText" presStyleLbl="node2" presStyleIdx="0" presStyleCnt="4" custScaleX="177690" custLinFactY="-84387" custLinFactNeighborX="-9543" custLinFactNeighborY="-100000">
        <dgm:presLayoutVars>
          <dgm:chPref val="3"/>
        </dgm:presLayoutVars>
      </dgm:prSet>
      <dgm:spPr/>
    </dgm:pt>
    <dgm:pt modelId="{1245B93D-2768-487E-AB49-0C09740C7AAF}" type="pres">
      <dgm:prSet presAssocID="{5259E218-DD1C-49F2-BB07-DF12ED917D15}" presName="rootConnector" presStyleLbl="node2" presStyleIdx="0" presStyleCnt="4"/>
      <dgm:spPr/>
    </dgm:pt>
    <dgm:pt modelId="{5B4425A2-AAC7-42DC-B376-077987A775EF}" type="pres">
      <dgm:prSet presAssocID="{5259E218-DD1C-49F2-BB07-DF12ED917D15}" presName="hierChild4" presStyleCnt="0"/>
      <dgm:spPr/>
    </dgm:pt>
    <dgm:pt modelId="{F92171F4-C93F-40F6-8C1C-21B675F343F2}" type="pres">
      <dgm:prSet presAssocID="{8BC5EC4F-539F-4159-8E7A-13D711F94C09}" presName="Name64" presStyleLbl="parChTrans1D3" presStyleIdx="0" presStyleCnt="9"/>
      <dgm:spPr/>
    </dgm:pt>
    <dgm:pt modelId="{D3776431-1DE2-4771-A6F1-6742FF78DA54}" type="pres">
      <dgm:prSet presAssocID="{0119EA7A-5ACA-4671-BD29-D0379FA30964}" presName="hierRoot2" presStyleCnt="0">
        <dgm:presLayoutVars>
          <dgm:hierBranch val="init"/>
        </dgm:presLayoutVars>
      </dgm:prSet>
      <dgm:spPr/>
    </dgm:pt>
    <dgm:pt modelId="{C8B7ECD8-BAC2-4E3F-AD89-ACEBAA9F444A}" type="pres">
      <dgm:prSet presAssocID="{0119EA7A-5ACA-4671-BD29-D0379FA30964}" presName="rootComposite" presStyleCnt="0"/>
      <dgm:spPr/>
    </dgm:pt>
    <dgm:pt modelId="{4B5378A3-C0C9-4906-B783-5045814F806D}" type="pres">
      <dgm:prSet presAssocID="{0119EA7A-5ACA-4671-BD29-D0379FA30964}" presName="rootText" presStyleLbl="node3" presStyleIdx="0" presStyleCnt="9" custScaleX="183818">
        <dgm:presLayoutVars>
          <dgm:chPref val="3"/>
        </dgm:presLayoutVars>
      </dgm:prSet>
      <dgm:spPr/>
    </dgm:pt>
    <dgm:pt modelId="{3F1B9959-1E02-4D73-BC45-A8AEDB8EB94D}" type="pres">
      <dgm:prSet presAssocID="{0119EA7A-5ACA-4671-BD29-D0379FA30964}" presName="rootConnector" presStyleLbl="node3" presStyleIdx="0" presStyleCnt="9"/>
      <dgm:spPr/>
    </dgm:pt>
    <dgm:pt modelId="{01B58ADE-5F6F-46A6-B53B-2317C5871782}" type="pres">
      <dgm:prSet presAssocID="{0119EA7A-5ACA-4671-BD29-D0379FA30964}" presName="hierChild4" presStyleCnt="0"/>
      <dgm:spPr/>
    </dgm:pt>
    <dgm:pt modelId="{997337F0-F6F3-4F94-86A4-87557E5FE2ED}" type="pres">
      <dgm:prSet presAssocID="{0119EA7A-5ACA-4671-BD29-D0379FA30964}" presName="hierChild5" presStyleCnt="0"/>
      <dgm:spPr/>
    </dgm:pt>
    <dgm:pt modelId="{C809BB53-84A4-42F5-B7BB-624CEE229ECD}" type="pres">
      <dgm:prSet presAssocID="{2C8370AE-3B20-44C6-B2D4-75528056572C}" presName="Name64" presStyleLbl="parChTrans1D3" presStyleIdx="1" presStyleCnt="9"/>
      <dgm:spPr/>
    </dgm:pt>
    <dgm:pt modelId="{F2F1E091-E649-459C-A9AB-6F37297C6168}" type="pres">
      <dgm:prSet presAssocID="{60ED51AD-2332-4F72-A295-19AF9BF25F60}" presName="hierRoot2" presStyleCnt="0">
        <dgm:presLayoutVars>
          <dgm:hierBranch val="init"/>
        </dgm:presLayoutVars>
      </dgm:prSet>
      <dgm:spPr/>
    </dgm:pt>
    <dgm:pt modelId="{15C7E6B8-7054-4A59-9CA7-A405AB78E132}" type="pres">
      <dgm:prSet presAssocID="{60ED51AD-2332-4F72-A295-19AF9BF25F60}" presName="rootComposite" presStyleCnt="0"/>
      <dgm:spPr/>
    </dgm:pt>
    <dgm:pt modelId="{999C2195-6401-4A77-B54B-895C68E2BA0E}" type="pres">
      <dgm:prSet presAssocID="{60ED51AD-2332-4F72-A295-19AF9BF25F60}" presName="rootText" presStyleLbl="node3" presStyleIdx="1" presStyleCnt="9" custScaleX="204683">
        <dgm:presLayoutVars>
          <dgm:chPref val="3"/>
        </dgm:presLayoutVars>
      </dgm:prSet>
      <dgm:spPr/>
    </dgm:pt>
    <dgm:pt modelId="{77EF596E-C920-4ADE-8AEF-399993DC79E2}" type="pres">
      <dgm:prSet presAssocID="{60ED51AD-2332-4F72-A295-19AF9BF25F60}" presName="rootConnector" presStyleLbl="node3" presStyleIdx="1" presStyleCnt="9"/>
      <dgm:spPr/>
    </dgm:pt>
    <dgm:pt modelId="{24ED7C2E-5800-4410-A58D-E20D889C6F45}" type="pres">
      <dgm:prSet presAssocID="{60ED51AD-2332-4F72-A295-19AF9BF25F60}" presName="hierChild4" presStyleCnt="0"/>
      <dgm:spPr/>
    </dgm:pt>
    <dgm:pt modelId="{EA2A1518-7F16-4D7E-BE36-A965537120BA}" type="pres">
      <dgm:prSet presAssocID="{60ED51AD-2332-4F72-A295-19AF9BF25F60}" presName="hierChild5" presStyleCnt="0"/>
      <dgm:spPr/>
    </dgm:pt>
    <dgm:pt modelId="{C60E5AD9-3782-4095-BD40-224459694148}" type="pres">
      <dgm:prSet presAssocID="{0ACD6086-5451-48A1-AFC6-E35F839B9C37}" presName="Name64" presStyleLbl="parChTrans1D3" presStyleIdx="2" presStyleCnt="9"/>
      <dgm:spPr/>
    </dgm:pt>
    <dgm:pt modelId="{0DF214E9-4D4B-496D-8E16-7BE0AF749D1F}" type="pres">
      <dgm:prSet presAssocID="{56FB1AB6-A145-4191-8CD6-A012DCEA8431}" presName="hierRoot2" presStyleCnt="0">
        <dgm:presLayoutVars>
          <dgm:hierBranch val="init"/>
        </dgm:presLayoutVars>
      </dgm:prSet>
      <dgm:spPr/>
    </dgm:pt>
    <dgm:pt modelId="{65AD6F79-5484-4A48-ADA9-8DDB0FA8182B}" type="pres">
      <dgm:prSet presAssocID="{56FB1AB6-A145-4191-8CD6-A012DCEA8431}" presName="rootComposite" presStyleCnt="0"/>
      <dgm:spPr/>
    </dgm:pt>
    <dgm:pt modelId="{5BCEBC02-4439-40F8-BF56-D7E0CF1D45BC}" type="pres">
      <dgm:prSet presAssocID="{56FB1AB6-A145-4191-8CD6-A012DCEA8431}" presName="rootText" presStyleLbl="node3" presStyleIdx="2" presStyleCnt="9" custScaleX="173749">
        <dgm:presLayoutVars>
          <dgm:chPref val="3"/>
        </dgm:presLayoutVars>
      </dgm:prSet>
      <dgm:spPr/>
    </dgm:pt>
    <dgm:pt modelId="{6B969230-07F1-4B01-91A5-23D193845DA4}" type="pres">
      <dgm:prSet presAssocID="{56FB1AB6-A145-4191-8CD6-A012DCEA8431}" presName="rootConnector" presStyleLbl="node3" presStyleIdx="2" presStyleCnt="9"/>
      <dgm:spPr/>
    </dgm:pt>
    <dgm:pt modelId="{B46FC593-C3B1-484E-ADF0-DD012A98023D}" type="pres">
      <dgm:prSet presAssocID="{56FB1AB6-A145-4191-8CD6-A012DCEA8431}" presName="hierChild4" presStyleCnt="0"/>
      <dgm:spPr/>
    </dgm:pt>
    <dgm:pt modelId="{56C3FDE6-9E51-4AAA-9C44-D1CFB88CC2FA}" type="pres">
      <dgm:prSet presAssocID="{56FB1AB6-A145-4191-8CD6-A012DCEA8431}" presName="hierChild5" presStyleCnt="0"/>
      <dgm:spPr/>
    </dgm:pt>
    <dgm:pt modelId="{1838CB73-EFCB-4D86-AA03-493985232BD9}" type="pres">
      <dgm:prSet presAssocID="{05ABC0C6-6841-469B-B1C9-025AA2F61F00}" presName="Name64" presStyleLbl="parChTrans1D3" presStyleIdx="3" presStyleCnt="9"/>
      <dgm:spPr/>
    </dgm:pt>
    <dgm:pt modelId="{462901C3-68F5-4EDE-9500-24729FC44197}" type="pres">
      <dgm:prSet presAssocID="{73F4EC45-AB93-4C05-98C1-E860BCFD4106}" presName="hierRoot2" presStyleCnt="0">
        <dgm:presLayoutVars>
          <dgm:hierBranch val="init"/>
        </dgm:presLayoutVars>
      </dgm:prSet>
      <dgm:spPr/>
    </dgm:pt>
    <dgm:pt modelId="{F9098B0C-318B-44C4-9E57-91D24B5D6392}" type="pres">
      <dgm:prSet presAssocID="{73F4EC45-AB93-4C05-98C1-E860BCFD4106}" presName="rootComposite" presStyleCnt="0"/>
      <dgm:spPr/>
    </dgm:pt>
    <dgm:pt modelId="{22252BD6-E1DF-463E-ADEE-24BF39BC5127}" type="pres">
      <dgm:prSet presAssocID="{73F4EC45-AB93-4C05-98C1-E860BCFD4106}" presName="rootText" presStyleLbl="node3" presStyleIdx="3" presStyleCnt="9" custScaleX="195772">
        <dgm:presLayoutVars>
          <dgm:chPref val="3"/>
        </dgm:presLayoutVars>
      </dgm:prSet>
      <dgm:spPr/>
    </dgm:pt>
    <dgm:pt modelId="{D6525462-3B96-47C9-B921-C155BA646CCD}" type="pres">
      <dgm:prSet presAssocID="{73F4EC45-AB93-4C05-98C1-E860BCFD4106}" presName="rootConnector" presStyleLbl="node3" presStyleIdx="3" presStyleCnt="9"/>
      <dgm:spPr/>
    </dgm:pt>
    <dgm:pt modelId="{3FD492DC-14A4-47EF-BD1D-873C5E399A60}" type="pres">
      <dgm:prSet presAssocID="{73F4EC45-AB93-4C05-98C1-E860BCFD4106}" presName="hierChild4" presStyleCnt="0"/>
      <dgm:spPr/>
    </dgm:pt>
    <dgm:pt modelId="{923DE854-F066-4A0A-B97B-A0D54CC5319F}" type="pres">
      <dgm:prSet presAssocID="{73F4EC45-AB93-4C05-98C1-E860BCFD4106}" presName="hierChild5" presStyleCnt="0"/>
      <dgm:spPr/>
    </dgm:pt>
    <dgm:pt modelId="{4F68EEED-D53A-468C-AC00-91719676616D}" type="pres">
      <dgm:prSet presAssocID="{3179BA84-7FA2-4229-AD49-1CB2712A70AC}" presName="Name64" presStyleLbl="parChTrans1D3" presStyleIdx="4" presStyleCnt="9"/>
      <dgm:spPr/>
    </dgm:pt>
    <dgm:pt modelId="{CBED8AF5-B5FE-4B52-8B01-1796459BB080}" type="pres">
      <dgm:prSet presAssocID="{E192B9AC-0756-48AF-A8FE-93513E3EE8DC}" presName="hierRoot2" presStyleCnt="0">
        <dgm:presLayoutVars>
          <dgm:hierBranch val="init"/>
        </dgm:presLayoutVars>
      </dgm:prSet>
      <dgm:spPr/>
    </dgm:pt>
    <dgm:pt modelId="{03CF03E8-AE9E-4B4D-930F-24CA8582978D}" type="pres">
      <dgm:prSet presAssocID="{E192B9AC-0756-48AF-A8FE-93513E3EE8DC}" presName="rootComposite" presStyleCnt="0"/>
      <dgm:spPr/>
    </dgm:pt>
    <dgm:pt modelId="{CDB2E50B-3789-448A-B067-70C116AB266F}" type="pres">
      <dgm:prSet presAssocID="{E192B9AC-0756-48AF-A8FE-93513E3EE8DC}" presName="rootText" presStyleLbl="node3" presStyleIdx="4" presStyleCnt="9" custScaleX="250250">
        <dgm:presLayoutVars>
          <dgm:chPref val="3"/>
        </dgm:presLayoutVars>
      </dgm:prSet>
      <dgm:spPr/>
    </dgm:pt>
    <dgm:pt modelId="{F4E849EC-96DC-4276-83B8-3438F039A713}" type="pres">
      <dgm:prSet presAssocID="{E192B9AC-0756-48AF-A8FE-93513E3EE8DC}" presName="rootConnector" presStyleLbl="node3" presStyleIdx="4" presStyleCnt="9"/>
      <dgm:spPr/>
    </dgm:pt>
    <dgm:pt modelId="{6039AB53-F842-4AE7-9499-94E9B3FDF4A7}" type="pres">
      <dgm:prSet presAssocID="{E192B9AC-0756-48AF-A8FE-93513E3EE8DC}" presName="hierChild4" presStyleCnt="0"/>
      <dgm:spPr/>
    </dgm:pt>
    <dgm:pt modelId="{CC73854E-5FB4-4A72-B5AF-ECE417126225}" type="pres">
      <dgm:prSet presAssocID="{E192B9AC-0756-48AF-A8FE-93513E3EE8DC}" presName="hierChild5" presStyleCnt="0"/>
      <dgm:spPr/>
    </dgm:pt>
    <dgm:pt modelId="{E052185E-4184-48D4-8E3C-F903ADD4AAD1}" type="pres">
      <dgm:prSet presAssocID="{61420216-5F2E-43AB-815A-56ADF650D354}" presName="Name64" presStyleLbl="parChTrans1D3" presStyleIdx="5" presStyleCnt="9"/>
      <dgm:spPr/>
    </dgm:pt>
    <dgm:pt modelId="{2AB239D3-525E-433C-A70B-B4C76079D536}" type="pres">
      <dgm:prSet presAssocID="{4C34D304-3FF5-415A-98D0-EF17ADCDCA34}" presName="hierRoot2" presStyleCnt="0">
        <dgm:presLayoutVars>
          <dgm:hierBranch val="init"/>
        </dgm:presLayoutVars>
      </dgm:prSet>
      <dgm:spPr/>
    </dgm:pt>
    <dgm:pt modelId="{521E3B2B-C539-43B3-8DB8-CC5E8AF7AB9B}" type="pres">
      <dgm:prSet presAssocID="{4C34D304-3FF5-415A-98D0-EF17ADCDCA34}" presName="rootComposite" presStyleCnt="0"/>
      <dgm:spPr/>
    </dgm:pt>
    <dgm:pt modelId="{D844913B-255D-4853-9E4D-E10D467A7DD7}" type="pres">
      <dgm:prSet presAssocID="{4C34D304-3FF5-415A-98D0-EF17ADCDCA34}" presName="rootText" presStyleLbl="node3" presStyleIdx="5" presStyleCnt="9">
        <dgm:presLayoutVars>
          <dgm:chPref val="3"/>
        </dgm:presLayoutVars>
      </dgm:prSet>
      <dgm:spPr/>
    </dgm:pt>
    <dgm:pt modelId="{AE9B4F83-9B87-43BB-AD10-871930EFF467}" type="pres">
      <dgm:prSet presAssocID="{4C34D304-3FF5-415A-98D0-EF17ADCDCA34}" presName="rootConnector" presStyleLbl="node3" presStyleIdx="5" presStyleCnt="9"/>
      <dgm:spPr/>
    </dgm:pt>
    <dgm:pt modelId="{CC16D4A3-8A94-4535-88DF-FBA35F401B86}" type="pres">
      <dgm:prSet presAssocID="{4C34D304-3FF5-415A-98D0-EF17ADCDCA34}" presName="hierChild4" presStyleCnt="0"/>
      <dgm:spPr/>
    </dgm:pt>
    <dgm:pt modelId="{CB3BBCDD-C9AC-468C-A1C5-9F178767AEA7}" type="pres">
      <dgm:prSet presAssocID="{4C34D304-3FF5-415A-98D0-EF17ADCDCA34}" presName="hierChild5" presStyleCnt="0"/>
      <dgm:spPr/>
    </dgm:pt>
    <dgm:pt modelId="{FDDC5CD3-1820-44FA-B1E4-9C1FF2524765}" type="pres">
      <dgm:prSet presAssocID="{D9CACF3C-5B6D-4412-84F5-8F8E985404BE}" presName="Name64" presStyleLbl="parChTrans1D3" presStyleIdx="6" presStyleCnt="9"/>
      <dgm:spPr/>
    </dgm:pt>
    <dgm:pt modelId="{4814AF88-7D6D-41A8-B74D-825F25121A37}" type="pres">
      <dgm:prSet presAssocID="{0B9F0D50-491C-48E9-99D5-BE3DE47C6E52}" presName="hierRoot2" presStyleCnt="0">
        <dgm:presLayoutVars>
          <dgm:hierBranch val="init"/>
        </dgm:presLayoutVars>
      </dgm:prSet>
      <dgm:spPr/>
    </dgm:pt>
    <dgm:pt modelId="{63FC479C-9904-422E-AF54-84E5D12BCE10}" type="pres">
      <dgm:prSet presAssocID="{0B9F0D50-491C-48E9-99D5-BE3DE47C6E52}" presName="rootComposite" presStyleCnt="0"/>
      <dgm:spPr/>
    </dgm:pt>
    <dgm:pt modelId="{B67F145D-ADA4-423F-AB72-04996AEEAE1A}" type="pres">
      <dgm:prSet presAssocID="{0B9F0D50-491C-48E9-99D5-BE3DE47C6E52}" presName="rootText" presStyleLbl="node3" presStyleIdx="6" presStyleCnt="9">
        <dgm:presLayoutVars>
          <dgm:chPref val="3"/>
        </dgm:presLayoutVars>
      </dgm:prSet>
      <dgm:spPr/>
    </dgm:pt>
    <dgm:pt modelId="{7BAF2A52-AFB9-402C-9F6A-D49F91DB73CE}" type="pres">
      <dgm:prSet presAssocID="{0B9F0D50-491C-48E9-99D5-BE3DE47C6E52}" presName="rootConnector" presStyleLbl="node3" presStyleIdx="6" presStyleCnt="9"/>
      <dgm:spPr/>
    </dgm:pt>
    <dgm:pt modelId="{F1720112-9F1F-4276-96E5-7E79016D35EC}" type="pres">
      <dgm:prSet presAssocID="{0B9F0D50-491C-48E9-99D5-BE3DE47C6E52}" presName="hierChild4" presStyleCnt="0"/>
      <dgm:spPr/>
    </dgm:pt>
    <dgm:pt modelId="{27A7AFD2-ADE7-470A-BBFF-DF6B9370BC47}" type="pres">
      <dgm:prSet presAssocID="{0B9F0D50-491C-48E9-99D5-BE3DE47C6E52}" presName="hierChild5" presStyleCnt="0"/>
      <dgm:spPr/>
    </dgm:pt>
    <dgm:pt modelId="{FB104D8E-DB05-4A94-BC2D-079E6FF6FA1C}" type="pres">
      <dgm:prSet presAssocID="{49DF9690-8518-4AEE-B212-044DF0F88DBE}" presName="Name64" presStyleLbl="parChTrans1D3" presStyleIdx="7" presStyleCnt="9"/>
      <dgm:spPr/>
    </dgm:pt>
    <dgm:pt modelId="{4F1CE7FB-9261-4D4F-B578-924F7EC22A27}" type="pres">
      <dgm:prSet presAssocID="{FC7F36AF-2B28-4446-89B6-BC1B1560D4D3}" presName="hierRoot2" presStyleCnt="0">
        <dgm:presLayoutVars>
          <dgm:hierBranch val="init"/>
        </dgm:presLayoutVars>
      </dgm:prSet>
      <dgm:spPr/>
    </dgm:pt>
    <dgm:pt modelId="{8C61E54E-A12A-48AC-ABFC-34F5E0D5DAE0}" type="pres">
      <dgm:prSet presAssocID="{FC7F36AF-2B28-4446-89B6-BC1B1560D4D3}" presName="rootComposite" presStyleCnt="0"/>
      <dgm:spPr/>
    </dgm:pt>
    <dgm:pt modelId="{6508B347-3B30-4BAA-960A-4C3A3555C14D}" type="pres">
      <dgm:prSet presAssocID="{FC7F36AF-2B28-4446-89B6-BC1B1560D4D3}" presName="rootText" presStyleLbl="node3" presStyleIdx="7" presStyleCnt="9">
        <dgm:presLayoutVars>
          <dgm:chPref val="3"/>
        </dgm:presLayoutVars>
      </dgm:prSet>
      <dgm:spPr/>
    </dgm:pt>
    <dgm:pt modelId="{56F6484A-B9EB-417A-B861-6BD51B425044}" type="pres">
      <dgm:prSet presAssocID="{FC7F36AF-2B28-4446-89B6-BC1B1560D4D3}" presName="rootConnector" presStyleLbl="node3" presStyleIdx="7" presStyleCnt="9"/>
      <dgm:spPr/>
    </dgm:pt>
    <dgm:pt modelId="{B63CBCD1-90EC-4415-A413-850DDABD296F}" type="pres">
      <dgm:prSet presAssocID="{FC7F36AF-2B28-4446-89B6-BC1B1560D4D3}" presName="hierChild4" presStyleCnt="0"/>
      <dgm:spPr/>
    </dgm:pt>
    <dgm:pt modelId="{7B780383-B1D3-40B9-BB83-F0AD756F2D91}" type="pres">
      <dgm:prSet presAssocID="{FC7F36AF-2B28-4446-89B6-BC1B1560D4D3}" presName="hierChild5" presStyleCnt="0"/>
      <dgm:spPr/>
    </dgm:pt>
    <dgm:pt modelId="{9B716F5D-9CBE-48AD-B4FA-D10DFF0AE4C1}" type="pres">
      <dgm:prSet presAssocID="{4165074E-631B-4E07-B994-C56FB916A90A}" presName="Name64" presStyleLbl="parChTrans1D3" presStyleIdx="8" presStyleCnt="9"/>
      <dgm:spPr/>
    </dgm:pt>
    <dgm:pt modelId="{D2B669C3-CA07-467C-A3DB-8259B5231F0F}" type="pres">
      <dgm:prSet presAssocID="{2EA86156-09EC-453B-A04D-B70D2A799725}" presName="hierRoot2" presStyleCnt="0">
        <dgm:presLayoutVars>
          <dgm:hierBranch val="init"/>
        </dgm:presLayoutVars>
      </dgm:prSet>
      <dgm:spPr/>
    </dgm:pt>
    <dgm:pt modelId="{FCD35E15-C48A-4801-B89C-FCAFECB4848C}" type="pres">
      <dgm:prSet presAssocID="{2EA86156-09EC-453B-A04D-B70D2A799725}" presName="rootComposite" presStyleCnt="0"/>
      <dgm:spPr/>
    </dgm:pt>
    <dgm:pt modelId="{AF731502-C6D0-44D3-BB35-866D777FEDBF}" type="pres">
      <dgm:prSet presAssocID="{2EA86156-09EC-453B-A04D-B70D2A799725}" presName="rootText" presStyleLbl="node3" presStyleIdx="8" presStyleCnt="9">
        <dgm:presLayoutVars>
          <dgm:chPref val="3"/>
        </dgm:presLayoutVars>
      </dgm:prSet>
      <dgm:spPr/>
    </dgm:pt>
    <dgm:pt modelId="{8536E5B9-0F31-4659-9E4A-C5C084482540}" type="pres">
      <dgm:prSet presAssocID="{2EA86156-09EC-453B-A04D-B70D2A799725}" presName="rootConnector" presStyleLbl="node3" presStyleIdx="8" presStyleCnt="9"/>
      <dgm:spPr/>
    </dgm:pt>
    <dgm:pt modelId="{35AA6AFD-3FEB-4277-AAF8-FA3449C5C4D1}" type="pres">
      <dgm:prSet presAssocID="{2EA86156-09EC-453B-A04D-B70D2A799725}" presName="hierChild4" presStyleCnt="0"/>
      <dgm:spPr/>
    </dgm:pt>
    <dgm:pt modelId="{425197BD-0221-4BED-98BB-A0BDA0D61777}" type="pres">
      <dgm:prSet presAssocID="{2EA86156-09EC-453B-A04D-B70D2A799725}" presName="hierChild5" presStyleCnt="0"/>
      <dgm:spPr/>
    </dgm:pt>
    <dgm:pt modelId="{3C295FEB-B66C-4282-BA62-6860ADA43924}" type="pres">
      <dgm:prSet presAssocID="{5259E218-DD1C-49F2-BB07-DF12ED917D15}" presName="hierChild5" presStyleCnt="0"/>
      <dgm:spPr/>
    </dgm:pt>
    <dgm:pt modelId="{46E6554C-8F02-4E5F-B09E-FE3C9E8BCCF3}" type="pres">
      <dgm:prSet presAssocID="{FE0283D7-F025-4DAB-858B-64F2686C4F49}" presName="Name64" presStyleLbl="parChTrans1D2" presStyleIdx="1" presStyleCnt="4"/>
      <dgm:spPr/>
    </dgm:pt>
    <dgm:pt modelId="{806DECA1-0866-4B29-AE08-F1535CEA10C7}" type="pres">
      <dgm:prSet presAssocID="{477BDE46-4D12-4D45-9D47-42A90ADF8931}" presName="hierRoot2" presStyleCnt="0">
        <dgm:presLayoutVars>
          <dgm:hierBranch val="init"/>
        </dgm:presLayoutVars>
      </dgm:prSet>
      <dgm:spPr/>
    </dgm:pt>
    <dgm:pt modelId="{B18F6BE3-AB8B-4F2D-9CC6-D556B4916F61}" type="pres">
      <dgm:prSet presAssocID="{477BDE46-4D12-4D45-9D47-42A90ADF8931}" presName="rootComposite" presStyleCnt="0"/>
      <dgm:spPr/>
    </dgm:pt>
    <dgm:pt modelId="{9F4A7074-FEBE-419D-A9B8-2CE7A4EA992E}" type="pres">
      <dgm:prSet presAssocID="{477BDE46-4D12-4D45-9D47-42A90ADF8931}" presName="rootText" presStyleLbl="node2" presStyleIdx="1" presStyleCnt="4" custScaleX="97273" custScaleY="89758" custLinFactY="-575" custLinFactNeighborX="10225" custLinFactNeighborY="-100000">
        <dgm:presLayoutVars>
          <dgm:chPref val="3"/>
        </dgm:presLayoutVars>
      </dgm:prSet>
      <dgm:spPr/>
    </dgm:pt>
    <dgm:pt modelId="{2F521124-8156-47A4-AA0B-F89E81C6CC7D}" type="pres">
      <dgm:prSet presAssocID="{477BDE46-4D12-4D45-9D47-42A90ADF8931}" presName="rootConnector" presStyleLbl="node2" presStyleIdx="1" presStyleCnt="4"/>
      <dgm:spPr/>
    </dgm:pt>
    <dgm:pt modelId="{B819F75D-79EA-4A78-B0E6-E387B6559A8C}" type="pres">
      <dgm:prSet presAssocID="{477BDE46-4D12-4D45-9D47-42A90ADF8931}" presName="hierChild4" presStyleCnt="0"/>
      <dgm:spPr/>
    </dgm:pt>
    <dgm:pt modelId="{8EE7017B-D2F8-4FE2-86F9-0D8E1781E9A5}" type="pres">
      <dgm:prSet presAssocID="{477BDE46-4D12-4D45-9D47-42A90ADF8931}" presName="hierChild5" presStyleCnt="0"/>
      <dgm:spPr/>
    </dgm:pt>
    <dgm:pt modelId="{FEEFC723-588E-449E-980F-CF11167FFF8C}" type="pres">
      <dgm:prSet presAssocID="{9A86E9EC-DA73-462A-8C41-27083F2AC621}" presName="Name64" presStyleLbl="parChTrans1D2" presStyleIdx="2" presStyleCnt="4"/>
      <dgm:spPr/>
    </dgm:pt>
    <dgm:pt modelId="{92EFBB0B-ED73-4898-8B00-D2064F35916A}" type="pres">
      <dgm:prSet presAssocID="{DE566004-ACAC-4E56-91A3-86071B8CE411}" presName="hierRoot2" presStyleCnt="0">
        <dgm:presLayoutVars>
          <dgm:hierBranch val="init"/>
        </dgm:presLayoutVars>
      </dgm:prSet>
      <dgm:spPr/>
    </dgm:pt>
    <dgm:pt modelId="{187BC575-A67A-49BC-877B-7E0C140FA365}" type="pres">
      <dgm:prSet presAssocID="{DE566004-ACAC-4E56-91A3-86071B8CE411}" presName="rootComposite" presStyleCnt="0"/>
      <dgm:spPr/>
    </dgm:pt>
    <dgm:pt modelId="{EF728EBF-FFAB-4786-B2EC-F7511C849E51}" type="pres">
      <dgm:prSet presAssocID="{DE566004-ACAC-4E56-91A3-86071B8CE411}" presName="rootText" presStyleLbl="node2" presStyleIdx="2" presStyleCnt="4" custLinFactNeighborX="41242" custLinFactNeighborY="-29055">
        <dgm:presLayoutVars>
          <dgm:chPref val="3"/>
        </dgm:presLayoutVars>
      </dgm:prSet>
      <dgm:spPr/>
    </dgm:pt>
    <dgm:pt modelId="{A7E1E919-2796-4606-8F95-9C44B1F2CA7E}" type="pres">
      <dgm:prSet presAssocID="{DE566004-ACAC-4E56-91A3-86071B8CE411}" presName="rootConnector" presStyleLbl="node2" presStyleIdx="2" presStyleCnt="4"/>
      <dgm:spPr/>
    </dgm:pt>
    <dgm:pt modelId="{FF4342D0-4985-467B-9D9D-3D92129C61AA}" type="pres">
      <dgm:prSet presAssocID="{DE566004-ACAC-4E56-91A3-86071B8CE411}" presName="hierChild4" presStyleCnt="0"/>
      <dgm:spPr/>
    </dgm:pt>
    <dgm:pt modelId="{1ADDF737-6994-4257-B81A-55E3414E9799}" type="pres">
      <dgm:prSet presAssocID="{DE566004-ACAC-4E56-91A3-86071B8CE411}" presName="hierChild5" presStyleCnt="0"/>
      <dgm:spPr/>
    </dgm:pt>
    <dgm:pt modelId="{8C797E27-7A72-4414-A0B9-6E66A9859339}" type="pres">
      <dgm:prSet presAssocID="{39BD7E8C-F5C2-4938-80FE-F1D8FB93491C}" presName="Name64" presStyleLbl="parChTrans1D2" presStyleIdx="3" presStyleCnt="4"/>
      <dgm:spPr/>
    </dgm:pt>
    <dgm:pt modelId="{B36743F5-1E52-41EC-8C75-3075B4A72B4C}" type="pres">
      <dgm:prSet presAssocID="{6E9AB460-0275-4346-BB55-C543A48E966A}" presName="hierRoot2" presStyleCnt="0">
        <dgm:presLayoutVars>
          <dgm:hierBranch val="init"/>
        </dgm:presLayoutVars>
      </dgm:prSet>
      <dgm:spPr/>
    </dgm:pt>
    <dgm:pt modelId="{3664AD8F-12EE-4850-908C-69AB40E5A5A0}" type="pres">
      <dgm:prSet presAssocID="{6E9AB460-0275-4346-BB55-C543A48E966A}" presName="rootComposite" presStyleCnt="0"/>
      <dgm:spPr/>
    </dgm:pt>
    <dgm:pt modelId="{76AB3201-E23A-42A9-BD1F-E8D62B32C2D3}" type="pres">
      <dgm:prSet presAssocID="{6E9AB460-0275-4346-BB55-C543A48E966A}" presName="rootText" presStyleLbl="node2" presStyleIdx="3" presStyleCnt="4" custLinFactY="13985" custLinFactNeighborX="12952" custLinFactNeighborY="100000">
        <dgm:presLayoutVars>
          <dgm:chPref val="3"/>
        </dgm:presLayoutVars>
      </dgm:prSet>
      <dgm:spPr/>
    </dgm:pt>
    <dgm:pt modelId="{E995CC82-F68F-4E20-B796-5436DB85F776}" type="pres">
      <dgm:prSet presAssocID="{6E9AB460-0275-4346-BB55-C543A48E966A}" presName="rootConnector" presStyleLbl="node2" presStyleIdx="3" presStyleCnt="4"/>
      <dgm:spPr/>
    </dgm:pt>
    <dgm:pt modelId="{232464B8-1740-4AC0-8BFB-4A884489DCC1}" type="pres">
      <dgm:prSet presAssocID="{6E9AB460-0275-4346-BB55-C543A48E966A}" presName="hierChild4" presStyleCnt="0"/>
      <dgm:spPr/>
    </dgm:pt>
    <dgm:pt modelId="{5E546CB9-5E38-493B-B334-3F27106767A3}" type="pres">
      <dgm:prSet presAssocID="{6E9AB460-0275-4346-BB55-C543A48E966A}" presName="hierChild5" presStyleCnt="0"/>
      <dgm:spPr/>
    </dgm:pt>
    <dgm:pt modelId="{ED470579-613E-4DAC-A431-800C4030BD33}" type="pres">
      <dgm:prSet presAssocID="{60DCDAF1-7781-4F04-A157-21DF861509D6}" presName="hierChild3" presStyleCnt="0"/>
      <dgm:spPr/>
    </dgm:pt>
  </dgm:ptLst>
  <dgm:cxnLst>
    <dgm:cxn modelId="{5CD21E05-689C-40F0-8613-0E525CABE564}" type="presOf" srcId="{FE0283D7-F025-4DAB-858B-64F2686C4F49}" destId="{46E6554C-8F02-4E5F-B09E-FE3C9E8BCCF3}" srcOrd="0" destOrd="0" presId="urn:microsoft.com/office/officeart/2009/3/layout/HorizontalOrganizationChart"/>
    <dgm:cxn modelId="{523DCC0E-FA42-4BF4-923E-2D89F39101FB}" type="presOf" srcId="{2EA86156-09EC-453B-A04D-B70D2A799725}" destId="{AF731502-C6D0-44D3-BB35-866D777FEDBF}" srcOrd="0" destOrd="0" presId="urn:microsoft.com/office/officeart/2009/3/layout/HorizontalOrganizationChart"/>
    <dgm:cxn modelId="{3E776A0F-9B60-4429-9BB4-365BC20E126D}" type="presOf" srcId="{7F1D0FAB-C950-4699-9BEF-9E31CE45B028}" destId="{A3EAAC1E-7C7C-4439-B524-F602C9B06C25}" srcOrd="0" destOrd="0" presId="urn:microsoft.com/office/officeart/2009/3/layout/HorizontalOrganizationChart"/>
    <dgm:cxn modelId="{9E103511-0A50-446E-B5CD-F7D28995EE7B}" type="presOf" srcId="{0ACD6086-5451-48A1-AFC6-E35F839B9C37}" destId="{C60E5AD9-3782-4095-BD40-224459694148}" srcOrd="0" destOrd="0" presId="urn:microsoft.com/office/officeart/2009/3/layout/HorizontalOrganizationChart"/>
    <dgm:cxn modelId="{72E0A811-C7E8-4EA5-8D08-9BB80DD26ED5}" type="presOf" srcId="{477BDE46-4D12-4D45-9D47-42A90ADF8931}" destId="{2F521124-8156-47A4-AA0B-F89E81C6CC7D}" srcOrd="1" destOrd="0" presId="urn:microsoft.com/office/officeart/2009/3/layout/HorizontalOrganizationChart"/>
    <dgm:cxn modelId="{A28F7716-3767-4DF0-9645-196EC1F16068}" type="presOf" srcId="{60ED51AD-2332-4F72-A295-19AF9BF25F60}" destId="{999C2195-6401-4A77-B54B-895C68E2BA0E}" srcOrd="0" destOrd="0" presId="urn:microsoft.com/office/officeart/2009/3/layout/HorizontalOrganizationChart"/>
    <dgm:cxn modelId="{F5D58D19-208F-41AE-B5BA-2F5D6BE0ED0D}" srcId="{5259E218-DD1C-49F2-BB07-DF12ED917D15}" destId="{E192B9AC-0756-48AF-A8FE-93513E3EE8DC}" srcOrd="4" destOrd="0" parTransId="{3179BA84-7FA2-4229-AD49-1CB2712A70AC}" sibTransId="{D62C60D5-F20B-4461-85BA-9E27501BBA3A}"/>
    <dgm:cxn modelId="{54AA3E20-F026-4798-B79F-80D018809C84}" type="presOf" srcId="{61420216-5F2E-43AB-815A-56ADF650D354}" destId="{E052185E-4184-48D4-8E3C-F903ADD4AAD1}" srcOrd="0" destOrd="0" presId="urn:microsoft.com/office/officeart/2009/3/layout/HorizontalOrganizationChart"/>
    <dgm:cxn modelId="{4CA92424-5147-4257-BA0F-9871083A4AD6}" srcId="{5259E218-DD1C-49F2-BB07-DF12ED917D15}" destId="{73F4EC45-AB93-4C05-98C1-E860BCFD4106}" srcOrd="3" destOrd="0" parTransId="{05ABC0C6-6841-469B-B1C9-025AA2F61F00}" sibTransId="{E3EDF94A-B3E8-4188-9BE6-3BF7F8056DF3}"/>
    <dgm:cxn modelId="{4D8E2526-5290-45B6-8490-E07805811F20}" type="presOf" srcId="{DE566004-ACAC-4E56-91A3-86071B8CE411}" destId="{A7E1E919-2796-4606-8F95-9C44B1F2CA7E}" srcOrd="1" destOrd="0" presId="urn:microsoft.com/office/officeart/2009/3/layout/HorizontalOrganizationChart"/>
    <dgm:cxn modelId="{85675429-8B2F-4238-8675-714DE84F3FFE}" type="presOf" srcId="{0119EA7A-5ACA-4671-BD29-D0379FA30964}" destId="{4B5378A3-C0C9-4906-B783-5045814F806D}" srcOrd="0" destOrd="0" presId="urn:microsoft.com/office/officeart/2009/3/layout/HorizontalOrganizationChart"/>
    <dgm:cxn modelId="{ED560A32-E3D5-49FC-8A76-D80108909464}" srcId="{878C9D20-F5F9-4565-B243-62CDAFFE5F14}" destId="{60DCDAF1-7781-4F04-A157-21DF861509D6}" srcOrd="0" destOrd="0" parTransId="{57326AF5-028F-4076-88BD-0D47C74E9825}" sibTransId="{3B3F33B9-BFD7-4BC9-ACB6-9443E229E4A8}"/>
    <dgm:cxn modelId="{363D3334-B1AF-4381-9249-82DF1CC909EE}" type="presOf" srcId="{0119EA7A-5ACA-4671-BD29-D0379FA30964}" destId="{3F1B9959-1E02-4D73-BC45-A8AEDB8EB94D}" srcOrd="1" destOrd="0" presId="urn:microsoft.com/office/officeart/2009/3/layout/HorizontalOrganizationChart"/>
    <dgm:cxn modelId="{65769A3A-DE42-40E7-9E71-A4412FEA3770}" type="presOf" srcId="{4C34D304-3FF5-415A-98D0-EF17ADCDCA34}" destId="{AE9B4F83-9B87-43BB-AD10-871930EFF467}" srcOrd="1" destOrd="0" presId="urn:microsoft.com/office/officeart/2009/3/layout/HorizontalOrganizationChart"/>
    <dgm:cxn modelId="{3118003F-A0DF-430A-9ED1-82BD27D67187}" srcId="{60DCDAF1-7781-4F04-A157-21DF861509D6}" destId="{5259E218-DD1C-49F2-BB07-DF12ED917D15}" srcOrd="0" destOrd="0" parTransId="{7F1D0FAB-C950-4699-9BEF-9E31CE45B028}" sibTransId="{92AD115F-C4F7-40CB-82ED-D7BFAA95F2AD}"/>
    <dgm:cxn modelId="{50BD935D-91E6-4BAE-B896-837D94497BF6}" type="presOf" srcId="{E192B9AC-0756-48AF-A8FE-93513E3EE8DC}" destId="{CDB2E50B-3789-448A-B067-70C116AB266F}" srcOrd="0" destOrd="0" presId="urn:microsoft.com/office/officeart/2009/3/layout/HorizontalOrganizationChart"/>
    <dgm:cxn modelId="{5C3B925E-E081-4C1C-BD2B-15E0A89130E0}" type="presOf" srcId="{3179BA84-7FA2-4229-AD49-1CB2712A70AC}" destId="{4F68EEED-D53A-468C-AC00-91719676616D}" srcOrd="0" destOrd="0" presId="urn:microsoft.com/office/officeart/2009/3/layout/HorizontalOrganizationChart"/>
    <dgm:cxn modelId="{F91B895F-1A87-4D70-BDDA-724950FA4521}" type="presOf" srcId="{D9CACF3C-5B6D-4412-84F5-8F8E985404BE}" destId="{FDDC5CD3-1820-44FA-B1E4-9C1FF2524765}" srcOrd="0" destOrd="0" presId="urn:microsoft.com/office/officeart/2009/3/layout/HorizontalOrganizationChart"/>
    <dgm:cxn modelId="{2FADAF42-A3CD-42D0-BBD4-FE9006335125}" type="presOf" srcId="{60DCDAF1-7781-4F04-A157-21DF861509D6}" destId="{38455AC1-C8F7-4EC6-BDB1-428A800705F5}" srcOrd="1" destOrd="0" presId="urn:microsoft.com/office/officeart/2009/3/layout/HorizontalOrganizationChart"/>
    <dgm:cxn modelId="{54C73064-9554-4F46-A05D-F2AF6599EE16}" type="presOf" srcId="{4C34D304-3FF5-415A-98D0-EF17ADCDCA34}" destId="{D844913B-255D-4853-9E4D-E10D467A7DD7}" srcOrd="0" destOrd="0" presId="urn:microsoft.com/office/officeart/2009/3/layout/HorizontalOrganizationChart"/>
    <dgm:cxn modelId="{E534736B-8A81-479C-8097-8EB8F7C1F1B6}" srcId="{5259E218-DD1C-49F2-BB07-DF12ED917D15}" destId="{60ED51AD-2332-4F72-A295-19AF9BF25F60}" srcOrd="1" destOrd="0" parTransId="{2C8370AE-3B20-44C6-B2D4-75528056572C}" sibTransId="{2A6CD009-994B-4684-8957-613C3E9DCE96}"/>
    <dgm:cxn modelId="{A8BC294E-0D88-4521-ABC6-8D99DF7A7B98}" type="presOf" srcId="{4165074E-631B-4E07-B994-C56FB916A90A}" destId="{9B716F5D-9CBE-48AD-B4FA-D10DFF0AE4C1}" srcOrd="0" destOrd="0" presId="urn:microsoft.com/office/officeart/2009/3/layout/HorizontalOrganizationChart"/>
    <dgm:cxn modelId="{437B4E4E-D0FA-4165-A437-35BF32839D78}" type="presOf" srcId="{60ED51AD-2332-4F72-A295-19AF9BF25F60}" destId="{77EF596E-C920-4ADE-8AEF-399993DC79E2}" srcOrd="1" destOrd="0" presId="urn:microsoft.com/office/officeart/2009/3/layout/HorizontalOrganizationChart"/>
    <dgm:cxn modelId="{48D58A6E-BE3B-430A-8396-7EF039906B44}" type="presOf" srcId="{39BD7E8C-F5C2-4938-80FE-F1D8FB93491C}" destId="{8C797E27-7A72-4414-A0B9-6E66A9859339}" srcOrd="0" destOrd="0" presId="urn:microsoft.com/office/officeart/2009/3/layout/HorizontalOrganizationChart"/>
    <dgm:cxn modelId="{A3259D50-4176-4B25-8BE0-964E2F0BFB07}" type="presOf" srcId="{6E9AB460-0275-4346-BB55-C543A48E966A}" destId="{E995CC82-F68F-4E20-B796-5436DB85F776}" srcOrd="1" destOrd="0" presId="urn:microsoft.com/office/officeart/2009/3/layout/HorizontalOrganizationChart"/>
    <dgm:cxn modelId="{87A38571-B199-4695-BB4D-C8A682577BA3}" type="presOf" srcId="{E192B9AC-0756-48AF-A8FE-93513E3EE8DC}" destId="{F4E849EC-96DC-4276-83B8-3438F039A713}" srcOrd="1" destOrd="0" presId="urn:microsoft.com/office/officeart/2009/3/layout/HorizontalOrganizationChart"/>
    <dgm:cxn modelId="{EE3EB652-CE13-4F69-904E-8EF9F015C6F7}" type="presOf" srcId="{9A86E9EC-DA73-462A-8C41-27083F2AC621}" destId="{FEEFC723-588E-449E-980F-CF11167FFF8C}" srcOrd="0" destOrd="0" presId="urn:microsoft.com/office/officeart/2009/3/layout/HorizontalOrganizationChart"/>
    <dgm:cxn modelId="{52F8F752-C258-41AC-B26E-E63336ABBF7F}" type="presOf" srcId="{6E9AB460-0275-4346-BB55-C543A48E966A}" destId="{76AB3201-E23A-42A9-BD1F-E8D62B32C2D3}" srcOrd="0" destOrd="0" presId="urn:microsoft.com/office/officeart/2009/3/layout/HorizontalOrganizationChart"/>
    <dgm:cxn modelId="{64AE6678-B957-4016-B9B0-1E74055E0881}" type="presOf" srcId="{477BDE46-4D12-4D45-9D47-42A90ADF8931}" destId="{9F4A7074-FEBE-419D-A9B8-2CE7A4EA992E}" srcOrd="0" destOrd="0" presId="urn:microsoft.com/office/officeart/2009/3/layout/HorizontalOrganizationChart"/>
    <dgm:cxn modelId="{8129E259-C769-405A-969B-1F85EA4AF9D9}" srcId="{5259E218-DD1C-49F2-BB07-DF12ED917D15}" destId="{0119EA7A-5ACA-4671-BD29-D0379FA30964}" srcOrd="0" destOrd="0" parTransId="{8BC5EC4F-539F-4159-8E7A-13D711F94C09}" sibTransId="{DD487206-FD25-4BF7-96D7-1A80C128105A}"/>
    <dgm:cxn modelId="{7B788380-5C4E-43A3-9A93-2AFA5C81DDB7}" srcId="{5259E218-DD1C-49F2-BB07-DF12ED917D15}" destId="{0B9F0D50-491C-48E9-99D5-BE3DE47C6E52}" srcOrd="6" destOrd="0" parTransId="{D9CACF3C-5B6D-4412-84F5-8F8E985404BE}" sibTransId="{9712DE48-7DC5-439C-8E82-49A59EE25D61}"/>
    <dgm:cxn modelId="{B40B6F82-8FE6-484C-8494-B6A6EFEBD771}" srcId="{5259E218-DD1C-49F2-BB07-DF12ED917D15}" destId="{FC7F36AF-2B28-4446-89B6-BC1B1560D4D3}" srcOrd="7" destOrd="0" parTransId="{49DF9690-8518-4AEE-B212-044DF0F88DBE}" sibTransId="{68750893-4243-4194-A94F-9857BC244B89}"/>
    <dgm:cxn modelId="{F9D15884-EF4D-482B-95CA-17B6F1361B08}" type="presOf" srcId="{05ABC0C6-6841-469B-B1C9-025AA2F61F00}" destId="{1838CB73-EFCB-4D86-AA03-493985232BD9}" srcOrd="0" destOrd="0" presId="urn:microsoft.com/office/officeart/2009/3/layout/HorizontalOrganizationChart"/>
    <dgm:cxn modelId="{616A9E84-B9D0-4D7B-A9BC-31524AC85133}" type="presOf" srcId="{DE566004-ACAC-4E56-91A3-86071B8CE411}" destId="{EF728EBF-FFAB-4786-B2EC-F7511C849E51}" srcOrd="0" destOrd="0" presId="urn:microsoft.com/office/officeart/2009/3/layout/HorizontalOrganizationChart"/>
    <dgm:cxn modelId="{6AD61890-C1BD-4D81-9C1E-D277FF2C69FE}" type="presOf" srcId="{2EA86156-09EC-453B-A04D-B70D2A799725}" destId="{8536E5B9-0F31-4659-9E4A-C5C084482540}" srcOrd="1" destOrd="0" presId="urn:microsoft.com/office/officeart/2009/3/layout/HorizontalOrganizationChart"/>
    <dgm:cxn modelId="{549CC990-0F75-49F7-B851-E6EE86B38799}" type="presOf" srcId="{56FB1AB6-A145-4191-8CD6-A012DCEA8431}" destId="{6B969230-07F1-4B01-91A5-23D193845DA4}" srcOrd="1" destOrd="0" presId="urn:microsoft.com/office/officeart/2009/3/layout/HorizontalOrganizationChart"/>
    <dgm:cxn modelId="{75F13E96-4E24-4D44-A948-B33846840CF1}" srcId="{60DCDAF1-7781-4F04-A157-21DF861509D6}" destId="{477BDE46-4D12-4D45-9D47-42A90ADF8931}" srcOrd="1" destOrd="0" parTransId="{FE0283D7-F025-4DAB-858B-64F2686C4F49}" sibTransId="{6171CB91-3ECE-4DF6-B4E2-CA0C0DBF7755}"/>
    <dgm:cxn modelId="{9D03499F-2E26-45AB-87D8-675FBB1EE817}" srcId="{5259E218-DD1C-49F2-BB07-DF12ED917D15}" destId="{56FB1AB6-A145-4191-8CD6-A012DCEA8431}" srcOrd="2" destOrd="0" parTransId="{0ACD6086-5451-48A1-AFC6-E35F839B9C37}" sibTransId="{998E27A0-D099-46F6-9471-123F83A45832}"/>
    <dgm:cxn modelId="{679DD1A5-E382-4876-B2B7-3363AFC0AB3A}" type="presOf" srcId="{FC7F36AF-2B28-4446-89B6-BC1B1560D4D3}" destId="{6508B347-3B30-4BAA-960A-4C3A3555C14D}" srcOrd="0" destOrd="0" presId="urn:microsoft.com/office/officeart/2009/3/layout/HorizontalOrganizationChart"/>
    <dgm:cxn modelId="{BB9A64A7-0E97-4278-BFBC-3D7000FBB474}" type="presOf" srcId="{49DF9690-8518-4AEE-B212-044DF0F88DBE}" destId="{FB104D8E-DB05-4A94-BC2D-079E6FF6FA1C}" srcOrd="0" destOrd="0" presId="urn:microsoft.com/office/officeart/2009/3/layout/HorizontalOrganizationChart"/>
    <dgm:cxn modelId="{57B01AAA-A621-4888-BE79-C0531AE16AEC}" type="presOf" srcId="{60DCDAF1-7781-4F04-A157-21DF861509D6}" destId="{1F8CE03B-5D68-455C-ACDC-5613314BE660}" srcOrd="0" destOrd="0" presId="urn:microsoft.com/office/officeart/2009/3/layout/HorizontalOrganizationChart"/>
    <dgm:cxn modelId="{D23A9AAB-AF56-4CC3-9033-98390DB5F101}" srcId="{60DCDAF1-7781-4F04-A157-21DF861509D6}" destId="{DE566004-ACAC-4E56-91A3-86071B8CE411}" srcOrd="2" destOrd="0" parTransId="{9A86E9EC-DA73-462A-8C41-27083F2AC621}" sibTransId="{AB916216-838C-4DB1-837D-70E5D1DDDC60}"/>
    <dgm:cxn modelId="{8A0E38AE-D487-4102-B4F2-B2FF48E315EC}" type="presOf" srcId="{5259E218-DD1C-49F2-BB07-DF12ED917D15}" destId="{1245B93D-2768-487E-AB49-0C09740C7AAF}" srcOrd="1" destOrd="0" presId="urn:microsoft.com/office/officeart/2009/3/layout/HorizontalOrganizationChart"/>
    <dgm:cxn modelId="{D779D3AE-3EFB-40F1-9C4A-FB13975B52C2}" type="presOf" srcId="{878C9D20-F5F9-4565-B243-62CDAFFE5F14}" destId="{41B5C429-6D5B-4739-BAA6-02DFBB50DEB5}" srcOrd="0" destOrd="0" presId="urn:microsoft.com/office/officeart/2009/3/layout/HorizontalOrganizationChart"/>
    <dgm:cxn modelId="{592BAFB1-43C7-40D0-AB59-DD51034C149B}" type="presOf" srcId="{0B9F0D50-491C-48E9-99D5-BE3DE47C6E52}" destId="{7BAF2A52-AFB9-402C-9F6A-D49F91DB73CE}" srcOrd="1" destOrd="0" presId="urn:microsoft.com/office/officeart/2009/3/layout/HorizontalOrganizationChart"/>
    <dgm:cxn modelId="{04587DB4-7631-4DDE-A9E6-57852DEF92D0}" type="presOf" srcId="{FC7F36AF-2B28-4446-89B6-BC1B1560D4D3}" destId="{56F6484A-B9EB-417A-B861-6BD51B425044}" srcOrd="1" destOrd="0" presId="urn:microsoft.com/office/officeart/2009/3/layout/HorizontalOrganizationChart"/>
    <dgm:cxn modelId="{97A3BFB6-4D9F-4C93-9A8A-6ADCDF9BD95F}" srcId="{5259E218-DD1C-49F2-BB07-DF12ED917D15}" destId="{4C34D304-3FF5-415A-98D0-EF17ADCDCA34}" srcOrd="5" destOrd="0" parTransId="{61420216-5F2E-43AB-815A-56ADF650D354}" sibTransId="{F4096082-96EE-4806-AD25-9AC9A210C6E4}"/>
    <dgm:cxn modelId="{270CF0BD-FA5D-42E5-A6E5-33348FA4B873}" srcId="{5259E218-DD1C-49F2-BB07-DF12ED917D15}" destId="{2EA86156-09EC-453B-A04D-B70D2A799725}" srcOrd="8" destOrd="0" parTransId="{4165074E-631B-4E07-B994-C56FB916A90A}" sibTransId="{9ED0ABA1-6461-496B-87C7-E2AF81E50BFC}"/>
    <dgm:cxn modelId="{71CB8CC4-1288-4A0F-BF31-FF16D9D2D054}" type="presOf" srcId="{73F4EC45-AB93-4C05-98C1-E860BCFD4106}" destId="{22252BD6-E1DF-463E-ADEE-24BF39BC5127}" srcOrd="0" destOrd="0" presId="urn:microsoft.com/office/officeart/2009/3/layout/HorizontalOrganizationChart"/>
    <dgm:cxn modelId="{ABE5DDCC-BB82-432E-BE1E-F5FA4E3D399A}" type="presOf" srcId="{0B9F0D50-491C-48E9-99D5-BE3DE47C6E52}" destId="{B67F145D-ADA4-423F-AB72-04996AEEAE1A}" srcOrd="0" destOrd="0" presId="urn:microsoft.com/office/officeart/2009/3/layout/HorizontalOrganizationChart"/>
    <dgm:cxn modelId="{60FE3ED8-76E2-4590-BF65-8D98B76CFE51}" type="presOf" srcId="{8BC5EC4F-539F-4159-8E7A-13D711F94C09}" destId="{F92171F4-C93F-40F6-8C1C-21B675F343F2}" srcOrd="0" destOrd="0" presId="urn:microsoft.com/office/officeart/2009/3/layout/HorizontalOrganizationChart"/>
    <dgm:cxn modelId="{17F68EEF-2EB7-44E3-97D7-44A07A5C1A04}" type="presOf" srcId="{73F4EC45-AB93-4C05-98C1-E860BCFD4106}" destId="{D6525462-3B96-47C9-B921-C155BA646CCD}" srcOrd="1" destOrd="0" presId="urn:microsoft.com/office/officeart/2009/3/layout/HorizontalOrganizationChart"/>
    <dgm:cxn modelId="{7C63DCF2-ECA4-4972-87BE-40C31084E791}" srcId="{60DCDAF1-7781-4F04-A157-21DF861509D6}" destId="{6E9AB460-0275-4346-BB55-C543A48E966A}" srcOrd="3" destOrd="0" parTransId="{39BD7E8C-F5C2-4938-80FE-F1D8FB93491C}" sibTransId="{74E657E5-E168-414E-A497-3353E0BD968C}"/>
    <dgm:cxn modelId="{FDA1F9F6-6163-4EB7-96C9-951B7BD9299E}" type="presOf" srcId="{56FB1AB6-A145-4191-8CD6-A012DCEA8431}" destId="{5BCEBC02-4439-40F8-BF56-D7E0CF1D45BC}" srcOrd="0" destOrd="0" presId="urn:microsoft.com/office/officeart/2009/3/layout/HorizontalOrganizationChart"/>
    <dgm:cxn modelId="{7E0EB1F7-1336-42A5-A6F1-18ECD0EFE125}" type="presOf" srcId="{2C8370AE-3B20-44C6-B2D4-75528056572C}" destId="{C809BB53-84A4-42F5-B7BB-624CEE229ECD}" srcOrd="0" destOrd="0" presId="urn:microsoft.com/office/officeart/2009/3/layout/HorizontalOrganizationChart"/>
    <dgm:cxn modelId="{D7E49EFE-8468-4E0E-8671-5E05F915EFBE}" type="presOf" srcId="{5259E218-DD1C-49F2-BB07-DF12ED917D15}" destId="{45FAF3BD-C9C3-4A25-BB73-B1D555206A21}" srcOrd="0" destOrd="0" presId="urn:microsoft.com/office/officeart/2009/3/layout/HorizontalOrganizationChart"/>
    <dgm:cxn modelId="{0DB88CBE-73D5-42D5-BBF8-08C6A583B80A}" type="presParOf" srcId="{41B5C429-6D5B-4739-BAA6-02DFBB50DEB5}" destId="{3C6F4D3D-A6B3-4564-BC04-5E7CEC8B15DE}" srcOrd="0" destOrd="0" presId="urn:microsoft.com/office/officeart/2009/3/layout/HorizontalOrganizationChart"/>
    <dgm:cxn modelId="{D3D4E260-5B56-44BD-8B32-087C501928AB}" type="presParOf" srcId="{3C6F4D3D-A6B3-4564-BC04-5E7CEC8B15DE}" destId="{762B9E68-6852-463B-B30B-43EB1C28A108}" srcOrd="0" destOrd="0" presId="urn:microsoft.com/office/officeart/2009/3/layout/HorizontalOrganizationChart"/>
    <dgm:cxn modelId="{73148419-DAE7-439E-A308-1C75F8A59DE9}" type="presParOf" srcId="{762B9E68-6852-463B-B30B-43EB1C28A108}" destId="{1F8CE03B-5D68-455C-ACDC-5613314BE660}" srcOrd="0" destOrd="0" presId="urn:microsoft.com/office/officeart/2009/3/layout/HorizontalOrganizationChart"/>
    <dgm:cxn modelId="{F4534355-20F8-4A8B-A70E-C962EC8FBF82}" type="presParOf" srcId="{762B9E68-6852-463B-B30B-43EB1C28A108}" destId="{38455AC1-C8F7-4EC6-BDB1-428A800705F5}" srcOrd="1" destOrd="0" presId="urn:microsoft.com/office/officeart/2009/3/layout/HorizontalOrganizationChart"/>
    <dgm:cxn modelId="{3F4B060B-3E90-4A73-AF10-F0876A807861}" type="presParOf" srcId="{3C6F4D3D-A6B3-4564-BC04-5E7CEC8B15DE}" destId="{CF50CB72-9F83-4F52-B046-C43AF7FE01C7}" srcOrd="1" destOrd="0" presId="urn:microsoft.com/office/officeart/2009/3/layout/HorizontalOrganizationChart"/>
    <dgm:cxn modelId="{8AAD7A9E-0CEB-45C7-92D6-759A6DDFCE41}" type="presParOf" srcId="{CF50CB72-9F83-4F52-B046-C43AF7FE01C7}" destId="{A3EAAC1E-7C7C-4439-B524-F602C9B06C25}" srcOrd="0" destOrd="0" presId="urn:microsoft.com/office/officeart/2009/3/layout/HorizontalOrganizationChart"/>
    <dgm:cxn modelId="{81AC2E4F-E367-4BCE-9834-8A699FE92714}" type="presParOf" srcId="{CF50CB72-9F83-4F52-B046-C43AF7FE01C7}" destId="{4EBF9A64-C68E-42BD-A4CD-423A513242CF}" srcOrd="1" destOrd="0" presId="urn:microsoft.com/office/officeart/2009/3/layout/HorizontalOrganizationChart"/>
    <dgm:cxn modelId="{7F74835F-2F38-406D-B6AC-CE8F99778224}" type="presParOf" srcId="{4EBF9A64-C68E-42BD-A4CD-423A513242CF}" destId="{7BA33C4C-CD10-4F6B-B227-2C791F7704DD}" srcOrd="0" destOrd="0" presId="urn:microsoft.com/office/officeart/2009/3/layout/HorizontalOrganizationChart"/>
    <dgm:cxn modelId="{402940E5-A832-4FD9-A030-A8AA252D80A5}" type="presParOf" srcId="{7BA33C4C-CD10-4F6B-B227-2C791F7704DD}" destId="{45FAF3BD-C9C3-4A25-BB73-B1D555206A21}" srcOrd="0" destOrd="0" presId="urn:microsoft.com/office/officeart/2009/3/layout/HorizontalOrganizationChart"/>
    <dgm:cxn modelId="{DA2DF19A-3ACC-4E18-8D35-01C69BBBC980}" type="presParOf" srcId="{7BA33C4C-CD10-4F6B-B227-2C791F7704DD}" destId="{1245B93D-2768-487E-AB49-0C09740C7AAF}" srcOrd="1" destOrd="0" presId="urn:microsoft.com/office/officeart/2009/3/layout/HorizontalOrganizationChart"/>
    <dgm:cxn modelId="{86ED391E-5948-4575-B46D-3CE657E3BE2A}" type="presParOf" srcId="{4EBF9A64-C68E-42BD-A4CD-423A513242CF}" destId="{5B4425A2-AAC7-42DC-B376-077987A775EF}" srcOrd="1" destOrd="0" presId="urn:microsoft.com/office/officeart/2009/3/layout/HorizontalOrganizationChart"/>
    <dgm:cxn modelId="{6060654F-F57A-468B-AE01-9891D8AF0E02}" type="presParOf" srcId="{5B4425A2-AAC7-42DC-B376-077987A775EF}" destId="{F92171F4-C93F-40F6-8C1C-21B675F343F2}" srcOrd="0" destOrd="0" presId="urn:microsoft.com/office/officeart/2009/3/layout/HorizontalOrganizationChart"/>
    <dgm:cxn modelId="{E6DC4DA0-7854-4223-A9CD-63312BC5D78F}" type="presParOf" srcId="{5B4425A2-AAC7-42DC-B376-077987A775EF}" destId="{D3776431-1DE2-4771-A6F1-6742FF78DA54}" srcOrd="1" destOrd="0" presId="urn:microsoft.com/office/officeart/2009/3/layout/HorizontalOrganizationChart"/>
    <dgm:cxn modelId="{699498EE-2DAB-48AC-B504-C3D09BA4DBF0}" type="presParOf" srcId="{D3776431-1DE2-4771-A6F1-6742FF78DA54}" destId="{C8B7ECD8-BAC2-4E3F-AD89-ACEBAA9F444A}" srcOrd="0" destOrd="0" presId="urn:microsoft.com/office/officeart/2009/3/layout/HorizontalOrganizationChart"/>
    <dgm:cxn modelId="{75CFCB07-A03F-48F8-A1B5-064AF309E64D}" type="presParOf" srcId="{C8B7ECD8-BAC2-4E3F-AD89-ACEBAA9F444A}" destId="{4B5378A3-C0C9-4906-B783-5045814F806D}" srcOrd="0" destOrd="0" presId="urn:microsoft.com/office/officeart/2009/3/layout/HorizontalOrganizationChart"/>
    <dgm:cxn modelId="{CCEEC351-F240-43AB-932E-BB0E1353E0BD}" type="presParOf" srcId="{C8B7ECD8-BAC2-4E3F-AD89-ACEBAA9F444A}" destId="{3F1B9959-1E02-4D73-BC45-A8AEDB8EB94D}" srcOrd="1" destOrd="0" presId="urn:microsoft.com/office/officeart/2009/3/layout/HorizontalOrganizationChart"/>
    <dgm:cxn modelId="{7976D9FB-6E5C-4131-998B-7B8250A4F0C5}" type="presParOf" srcId="{D3776431-1DE2-4771-A6F1-6742FF78DA54}" destId="{01B58ADE-5F6F-46A6-B53B-2317C5871782}" srcOrd="1" destOrd="0" presId="urn:microsoft.com/office/officeart/2009/3/layout/HorizontalOrganizationChart"/>
    <dgm:cxn modelId="{7563526E-168D-4FC1-AA21-0C33A9DCBD61}" type="presParOf" srcId="{D3776431-1DE2-4771-A6F1-6742FF78DA54}" destId="{997337F0-F6F3-4F94-86A4-87557E5FE2ED}" srcOrd="2" destOrd="0" presId="urn:microsoft.com/office/officeart/2009/3/layout/HorizontalOrganizationChart"/>
    <dgm:cxn modelId="{2DAA8063-95A5-45FA-B014-D109D2AF1FE9}" type="presParOf" srcId="{5B4425A2-AAC7-42DC-B376-077987A775EF}" destId="{C809BB53-84A4-42F5-B7BB-624CEE229ECD}" srcOrd="2" destOrd="0" presId="urn:microsoft.com/office/officeart/2009/3/layout/HorizontalOrganizationChart"/>
    <dgm:cxn modelId="{5CFBDC9E-9C97-468A-B60E-234925974AB5}" type="presParOf" srcId="{5B4425A2-AAC7-42DC-B376-077987A775EF}" destId="{F2F1E091-E649-459C-A9AB-6F37297C6168}" srcOrd="3" destOrd="0" presId="urn:microsoft.com/office/officeart/2009/3/layout/HorizontalOrganizationChart"/>
    <dgm:cxn modelId="{959BCBA0-818B-41EB-A3BA-F148716B2E80}" type="presParOf" srcId="{F2F1E091-E649-459C-A9AB-6F37297C6168}" destId="{15C7E6B8-7054-4A59-9CA7-A405AB78E132}" srcOrd="0" destOrd="0" presId="urn:microsoft.com/office/officeart/2009/3/layout/HorizontalOrganizationChart"/>
    <dgm:cxn modelId="{F9E25481-EB0A-4975-89E0-84488DB3CECB}" type="presParOf" srcId="{15C7E6B8-7054-4A59-9CA7-A405AB78E132}" destId="{999C2195-6401-4A77-B54B-895C68E2BA0E}" srcOrd="0" destOrd="0" presId="urn:microsoft.com/office/officeart/2009/3/layout/HorizontalOrganizationChart"/>
    <dgm:cxn modelId="{9423B245-3DB2-4E72-AF68-AAE4828CA461}" type="presParOf" srcId="{15C7E6B8-7054-4A59-9CA7-A405AB78E132}" destId="{77EF596E-C920-4ADE-8AEF-399993DC79E2}" srcOrd="1" destOrd="0" presId="urn:microsoft.com/office/officeart/2009/3/layout/HorizontalOrganizationChart"/>
    <dgm:cxn modelId="{14135E9A-45B5-4364-A84E-993E03F6FD1A}" type="presParOf" srcId="{F2F1E091-E649-459C-A9AB-6F37297C6168}" destId="{24ED7C2E-5800-4410-A58D-E20D889C6F45}" srcOrd="1" destOrd="0" presId="urn:microsoft.com/office/officeart/2009/3/layout/HorizontalOrganizationChart"/>
    <dgm:cxn modelId="{062A7F34-A85F-4E0E-A60C-F56BD05FDA74}" type="presParOf" srcId="{F2F1E091-E649-459C-A9AB-6F37297C6168}" destId="{EA2A1518-7F16-4D7E-BE36-A965537120BA}" srcOrd="2" destOrd="0" presId="urn:microsoft.com/office/officeart/2009/3/layout/HorizontalOrganizationChart"/>
    <dgm:cxn modelId="{426E7185-AD42-49EC-8622-2FC136961FE0}" type="presParOf" srcId="{5B4425A2-AAC7-42DC-B376-077987A775EF}" destId="{C60E5AD9-3782-4095-BD40-224459694148}" srcOrd="4" destOrd="0" presId="urn:microsoft.com/office/officeart/2009/3/layout/HorizontalOrganizationChart"/>
    <dgm:cxn modelId="{0A2BDC39-3F88-4C4A-A8C6-3340BE0E528C}" type="presParOf" srcId="{5B4425A2-AAC7-42DC-B376-077987A775EF}" destId="{0DF214E9-4D4B-496D-8E16-7BE0AF749D1F}" srcOrd="5" destOrd="0" presId="urn:microsoft.com/office/officeart/2009/3/layout/HorizontalOrganizationChart"/>
    <dgm:cxn modelId="{4E2BC278-928C-4EFD-9EB9-48C209C1E6DE}" type="presParOf" srcId="{0DF214E9-4D4B-496D-8E16-7BE0AF749D1F}" destId="{65AD6F79-5484-4A48-ADA9-8DDB0FA8182B}" srcOrd="0" destOrd="0" presId="urn:microsoft.com/office/officeart/2009/3/layout/HorizontalOrganizationChart"/>
    <dgm:cxn modelId="{9134D791-8F71-4CD0-8F56-BDC1FB3782D6}" type="presParOf" srcId="{65AD6F79-5484-4A48-ADA9-8DDB0FA8182B}" destId="{5BCEBC02-4439-40F8-BF56-D7E0CF1D45BC}" srcOrd="0" destOrd="0" presId="urn:microsoft.com/office/officeart/2009/3/layout/HorizontalOrganizationChart"/>
    <dgm:cxn modelId="{9D5ACFF9-BA40-44A1-8A2D-FF4DEAAAFA55}" type="presParOf" srcId="{65AD6F79-5484-4A48-ADA9-8DDB0FA8182B}" destId="{6B969230-07F1-4B01-91A5-23D193845DA4}" srcOrd="1" destOrd="0" presId="urn:microsoft.com/office/officeart/2009/3/layout/HorizontalOrganizationChart"/>
    <dgm:cxn modelId="{EF10C0F2-B162-4747-9607-1E7C666D5E72}" type="presParOf" srcId="{0DF214E9-4D4B-496D-8E16-7BE0AF749D1F}" destId="{B46FC593-C3B1-484E-ADF0-DD012A98023D}" srcOrd="1" destOrd="0" presId="urn:microsoft.com/office/officeart/2009/3/layout/HorizontalOrganizationChart"/>
    <dgm:cxn modelId="{FCE475EA-052D-4569-8570-BBE8E49D0E8A}" type="presParOf" srcId="{0DF214E9-4D4B-496D-8E16-7BE0AF749D1F}" destId="{56C3FDE6-9E51-4AAA-9C44-D1CFB88CC2FA}" srcOrd="2" destOrd="0" presId="urn:microsoft.com/office/officeart/2009/3/layout/HorizontalOrganizationChart"/>
    <dgm:cxn modelId="{C5EE465D-F979-4957-88F2-F14A9C2D298A}" type="presParOf" srcId="{5B4425A2-AAC7-42DC-B376-077987A775EF}" destId="{1838CB73-EFCB-4D86-AA03-493985232BD9}" srcOrd="6" destOrd="0" presId="urn:microsoft.com/office/officeart/2009/3/layout/HorizontalOrganizationChart"/>
    <dgm:cxn modelId="{3ADFBF4F-ED6D-461D-8810-EE6FE976E422}" type="presParOf" srcId="{5B4425A2-AAC7-42DC-B376-077987A775EF}" destId="{462901C3-68F5-4EDE-9500-24729FC44197}" srcOrd="7" destOrd="0" presId="urn:microsoft.com/office/officeart/2009/3/layout/HorizontalOrganizationChart"/>
    <dgm:cxn modelId="{872734E4-AF3E-4F86-A040-B578553260D6}" type="presParOf" srcId="{462901C3-68F5-4EDE-9500-24729FC44197}" destId="{F9098B0C-318B-44C4-9E57-91D24B5D6392}" srcOrd="0" destOrd="0" presId="urn:microsoft.com/office/officeart/2009/3/layout/HorizontalOrganizationChart"/>
    <dgm:cxn modelId="{00D09F7E-BEAD-46EF-9EB7-F1136CC2A10F}" type="presParOf" srcId="{F9098B0C-318B-44C4-9E57-91D24B5D6392}" destId="{22252BD6-E1DF-463E-ADEE-24BF39BC5127}" srcOrd="0" destOrd="0" presId="urn:microsoft.com/office/officeart/2009/3/layout/HorizontalOrganizationChart"/>
    <dgm:cxn modelId="{B2248EBE-6C00-4346-821F-D274CD21112F}" type="presParOf" srcId="{F9098B0C-318B-44C4-9E57-91D24B5D6392}" destId="{D6525462-3B96-47C9-B921-C155BA646CCD}" srcOrd="1" destOrd="0" presId="urn:microsoft.com/office/officeart/2009/3/layout/HorizontalOrganizationChart"/>
    <dgm:cxn modelId="{9343DE96-C522-4946-82FD-F74B79BE6EA4}" type="presParOf" srcId="{462901C3-68F5-4EDE-9500-24729FC44197}" destId="{3FD492DC-14A4-47EF-BD1D-873C5E399A60}" srcOrd="1" destOrd="0" presId="urn:microsoft.com/office/officeart/2009/3/layout/HorizontalOrganizationChart"/>
    <dgm:cxn modelId="{C59303EB-13D3-47EA-84DE-F914440107CE}" type="presParOf" srcId="{462901C3-68F5-4EDE-9500-24729FC44197}" destId="{923DE854-F066-4A0A-B97B-A0D54CC5319F}" srcOrd="2" destOrd="0" presId="urn:microsoft.com/office/officeart/2009/3/layout/HorizontalOrganizationChart"/>
    <dgm:cxn modelId="{0C88B7B1-C1E5-4CD1-A356-D2E4686CD748}" type="presParOf" srcId="{5B4425A2-AAC7-42DC-B376-077987A775EF}" destId="{4F68EEED-D53A-468C-AC00-91719676616D}" srcOrd="8" destOrd="0" presId="urn:microsoft.com/office/officeart/2009/3/layout/HorizontalOrganizationChart"/>
    <dgm:cxn modelId="{ECA996C2-C655-4AC5-A528-CD70753A45B8}" type="presParOf" srcId="{5B4425A2-AAC7-42DC-B376-077987A775EF}" destId="{CBED8AF5-B5FE-4B52-8B01-1796459BB080}" srcOrd="9" destOrd="0" presId="urn:microsoft.com/office/officeart/2009/3/layout/HorizontalOrganizationChart"/>
    <dgm:cxn modelId="{EE039DA8-84C7-489F-8EE4-E0067CA83B0B}" type="presParOf" srcId="{CBED8AF5-B5FE-4B52-8B01-1796459BB080}" destId="{03CF03E8-AE9E-4B4D-930F-24CA8582978D}" srcOrd="0" destOrd="0" presId="urn:microsoft.com/office/officeart/2009/3/layout/HorizontalOrganizationChart"/>
    <dgm:cxn modelId="{311D6E3B-8160-4798-BC39-4A02E510A27D}" type="presParOf" srcId="{03CF03E8-AE9E-4B4D-930F-24CA8582978D}" destId="{CDB2E50B-3789-448A-B067-70C116AB266F}" srcOrd="0" destOrd="0" presId="urn:microsoft.com/office/officeart/2009/3/layout/HorizontalOrganizationChart"/>
    <dgm:cxn modelId="{3595DE51-6A84-4928-AA90-EB5FFC1F90B5}" type="presParOf" srcId="{03CF03E8-AE9E-4B4D-930F-24CA8582978D}" destId="{F4E849EC-96DC-4276-83B8-3438F039A713}" srcOrd="1" destOrd="0" presId="urn:microsoft.com/office/officeart/2009/3/layout/HorizontalOrganizationChart"/>
    <dgm:cxn modelId="{4D2E6F8B-76B1-4FDC-965E-A01465C3DD4C}" type="presParOf" srcId="{CBED8AF5-B5FE-4B52-8B01-1796459BB080}" destId="{6039AB53-F842-4AE7-9499-94E9B3FDF4A7}" srcOrd="1" destOrd="0" presId="urn:microsoft.com/office/officeart/2009/3/layout/HorizontalOrganizationChart"/>
    <dgm:cxn modelId="{EAB5D24A-F745-459D-918C-3602BD366BFE}" type="presParOf" srcId="{CBED8AF5-B5FE-4B52-8B01-1796459BB080}" destId="{CC73854E-5FB4-4A72-B5AF-ECE417126225}" srcOrd="2" destOrd="0" presId="urn:microsoft.com/office/officeart/2009/3/layout/HorizontalOrganizationChart"/>
    <dgm:cxn modelId="{17170690-C906-4FBE-8755-463397211A41}" type="presParOf" srcId="{5B4425A2-AAC7-42DC-B376-077987A775EF}" destId="{E052185E-4184-48D4-8E3C-F903ADD4AAD1}" srcOrd="10" destOrd="0" presId="urn:microsoft.com/office/officeart/2009/3/layout/HorizontalOrganizationChart"/>
    <dgm:cxn modelId="{E517C2AD-E46E-4A63-86E2-D51B8CE46DA2}" type="presParOf" srcId="{5B4425A2-AAC7-42DC-B376-077987A775EF}" destId="{2AB239D3-525E-433C-A70B-B4C76079D536}" srcOrd="11" destOrd="0" presId="urn:microsoft.com/office/officeart/2009/3/layout/HorizontalOrganizationChart"/>
    <dgm:cxn modelId="{AC0EBF21-913F-474C-A476-F40EF67B1DDF}" type="presParOf" srcId="{2AB239D3-525E-433C-A70B-B4C76079D536}" destId="{521E3B2B-C539-43B3-8DB8-CC5E8AF7AB9B}" srcOrd="0" destOrd="0" presId="urn:microsoft.com/office/officeart/2009/3/layout/HorizontalOrganizationChart"/>
    <dgm:cxn modelId="{4F709610-AE8E-48DF-8E71-1956FF853645}" type="presParOf" srcId="{521E3B2B-C539-43B3-8DB8-CC5E8AF7AB9B}" destId="{D844913B-255D-4853-9E4D-E10D467A7DD7}" srcOrd="0" destOrd="0" presId="urn:microsoft.com/office/officeart/2009/3/layout/HorizontalOrganizationChart"/>
    <dgm:cxn modelId="{59B79F4B-42F3-4DB0-9D1D-EAC593071868}" type="presParOf" srcId="{521E3B2B-C539-43B3-8DB8-CC5E8AF7AB9B}" destId="{AE9B4F83-9B87-43BB-AD10-871930EFF467}" srcOrd="1" destOrd="0" presId="urn:microsoft.com/office/officeart/2009/3/layout/HorizontalOrganizationChart"/>
    <dgm:cxn modelId="{13C31B99-8157-4847-9BBB-B8DB66D24CD4}" type="presParOf" srcId="{2AB239D3-525E-433C-A70B-B4C76079D536}" destId="{CC16D4A3-8A94-4535-88DF-FBA35F401B86}" srcOrd="1" destOrd="0" presId="urn:microsoft.com/office/officeart/2009/3/layout/HorizontalOrganizationChart"/>
    <dgm:cxn modelId="{D2D9EF69-9BB9-43F3-8475-B3B3DB29E034}" type="presParOf" srcId="{2AB239D3-525E-433C-A70B-B4C76079D536}" destId="{CB3BBCDD-C9AC-468C-A1C5-9F178767AEA7}" srcOrd="2" destOrd="0" presId="urn:microsoft.com/office/officeart/2009/3/layout/HorizontalOrganizationChart"/>
    <dgm:cxn modelId="{6860C7E3-3C12-4F8E-BBB8-7D5527EBB1A1}" type="presParOf" srcId="{5B4425A2-AAC7-42DC-B376-077987A775EF}" destId="{FDDC5CD3-1820-44FA-B1E4-9C1FF2524765}" srcOrd="12" destOrd="0" presId="urn:microsoft.com/office/officeart/2009/3/layout/HorizontalOrganizationChart"/>
    <dgm:cxn modelId="{AC2B3697-C86B-4A7C-AB3A-87495B26316B}" type="presParOf" srcId="{5B4425A2-AAC7-42DC-B376-077987A775EF}" destId="{4814AF88-7D6D-41A8-B74D-825F25121A37}" srcOrd="13" destOrd="0" presId="urn:microsoft.com/office/officeart/2009/3/layout/HorizontalOrganizationChart"/>
    <dgm:cxn modelId="{BC72294B-4DA1-4B07-866F-0B5D4DCFD3CF}" type="presParOf" srcId="{4814AF88-7D6D-41A8-B74D-825F25121A37}" destId="{63FC479C-9904-422E-AF54-84E5D12BCE10}" srcOrd="0" destOrd="0" presId="urn:microsoft.com/office/officeart/2009/3/layout/HorizontalOrganizationChart"/>
    <dgm:cxn modelId="{88B38488-452E-4FAD-A5F5-FE8BC8874F34}" type="presParOf" srcId="{63FC479C-9904-422E-AF54-84E5D12BCE10}" destId="{B67F145D-ADA4-423F-AB72-04996AEEAE1A}" srcOrd="0" destOrd="0" presId="urn:microsoft.com/office/officeart/2009/3/layout/HorizontalOrganizationChart"/>
    <dgm:cxn modelId="{A4B4B734-1346-48DD-A3D0-A18734F9B14F}" type="presParOf" srcId="{63FC479C-9904-422E-AF54-84E5D12BCE10}" destId="{7BAF2A52-AFB9-402C-9F6A-D49F91DB73CE}" srcOrd="1" destOrd="0" presId="urn:microsoft.com/office/officeart/2009/3/layout/HorizontalOrganizationChart"/>
    <dgm:cxn modelId="{07E41EE5-48E7-4717-8D1B-034F9BB15C41}" type="presParOf" srcId="{4814AF88-7D6D-41A8-B74D-825F25121A37}" destId="{F1720112-9F1F-4276-96E5-7E79016D35EC}" srcOrd="1" destOrd="0" presId="urn:microsoft.com/office/officeart/2009/3/layout/HorizontalOrganizationChart"/>
    <dgm:cxn modelId="{06BCC799-51F8-467F-B9A5-FFF33801DBFD}" type="presParOf" srcId="{4814AF88-7D6D-41A8-B74D-825F25121A37}" destId="{27A7AFD2-ADE7-470A-BBFF-DF6B9370BC47}" srcOrd="2" destOrd="0" presId="urn:microsoft.com/office/officeart/2009/3/layout/HorizontalOrganizationChart"/>
    <dgm:cxn modelId="{7EC0DC06-C883-43C1-BD62-F81D17874A0D}" type="presParOf" srcId="{5B4425A2-AAC7-42DC-B376-077987A775EF}" destId="{FB104D8E-DB05-4A94-BC2D-079E6FF6FA1C}" srcOrd="14" destOrd="0" presId="urn:microsoft.com/office/officeart/2009/3/layout/HorizontalOrganizationChart"/>
    <dgm:cxn modelId="{6D2AC9E7-0253-4D58-9D8D-F5D24D0BA9DB}" type="presParOf" srcId="{5B4425A2-AAC7-42DC-B376-077987A775EF}" destId="{4F1CE7FB-9261-4D4F-B578-924F7EC22A27}" srcOrd="15" destOrd="0" presId="urn:microsoft.com/office/officeart/2009/3/layout/HorizontalOrganizationChart"/>
    <dgm:cxn modelId="{F764F137-1BC3-41F6-984C-55294E442B5F}" type="presParOf" srcId="{4F1CE7FB-9261-4D4F-B578-924F7EC22A27}" destId="{8C61E54E-A12A-48AC-ABFC-34F5E0D5DAE0}" srcOrd="0" destOrd="0" presId="urn:microsoft.com/office/officeart/2009/3/layout/HorizontalOrganizationChart"/>
    <dgm:cxn modelId="{E96086C3-9E75-4252-983F-D9FE6CCDBE02}" type="presParOf" srcId="{8C61E54E-A12A-48AC-ABFC-34F5E0D5DAE0}" destId="{6508B347-3B30-4BAA-960A-4C3A3555C14D}" srcOrd="0" destOrd="0" presId="urn:microsoft.com/office/officeart/2009/3/layout/HorizontalOrganizationChart"/>
    <dgm:cxn modelId="{5B1E586C-198A-43D4-A44B-C736B28C5BD4}" type="presParOf" srcId="{8C61E54E-A12A-48AC-ABFC-34F5E0D5DAE0}" destId="{56F6484A-B9EB-417A-B861-6BD51B425044}" srcOrd="1" destOrd="0" presId="urn:microsoft.com/office/officeart/2009/3/layout/HorizontalOrganizationChart"/>
    <dgm:cxn modelId="{C83674B7-6051-4110-821F-95C47E8F524B}" type="presParOf" srcId="{4F1CE7FB-9261-4D4F-B578-924F7EC22A27}" destId="{B63CBCD1-90EC-4415-A413-850DDABD296F}" srcOrd="1" destOrd="0" presId="urn:microsoft.com/office/officeart/2009/3/layout/HorizontalOrganizationChart"/>
    <dgm:cxn modelId="{92E7B9F7-A2A7-417F-8066-8C07D7819F4C}" type="presParOf" srcId="{4F1CE7FB-9261-4D4F-B578-924F7EC22A27}" destId="{7B780383-B1D3-40B9-BB83-F0AD756F2D91}" srcOrd="2" destOrd="0" presId="urn:microsoft.com/office/officeart/2009/3/layout/HorizontalOrganizationChart"/>
    <dgm:cxn modelId="{5ED9CF40-6CE6-4CEC-BFCE-FDCBFDD533B3}" type="presParOf" srcId="{5B4425A2-AAC7-42DC-B376-077987A775EF}" destId="{9B716F5D-9CBE-48AD-B4FA-D10DFF0AE4C1}" srcOrd="16" destOrd="0" presId="urn:microsoft.com/office/officeart/2009/3/layout/HorizontalOrganizationChart"/>
    <dgm:cxn modelId="{64D37222-79F0-4411-BE94-AE2C273CFED7}" type="presParOf" srcId="{5B4425A2-AAC7-42DC-B376-077987A775EF}" destId="{D2B669C3-CA07-467C-A3DB-8259B5231F0F}" srcOrd="17" destOrd="0" presId="urn:microsoft.com/office/officeart/2009/3/layout/HorizontalOrganizationChart"/>
    <dgm:cxn modelId="{508747E3-022B-4E63-8582-251D526787BC}" type="presParOf" srcId="{D2B669C3-CA07-467C-A3DB-8259B5231F0F}" destId="{FCD35E15-C48A-4801-B89C-FCAFECB4848C}" srcOrd="0" destOrd="0" presId="urn:microsoft.com/office/officeart/2009/3/layout/HorizontalOrganizationChart"/>
    <dgm:cxn modelId="{7D29B6E6-F06F-4C03-BDB5-89CF66C71D63}" type="presParOf" srcId="{FCD35E15-C48A-4801-B89C-FCAFECB4848C}" destId="{AF731502-C6D0-44D3-BB35-866D777FEDBF}" srcOrd="0" destOrd="0" presId="urn:microsoft.com/office/officeart/2009/3/layout/HorizontalOrganizationChart"/>
    <dgm:cxn modelId="{DE5156F1-EF4F-49D9-A446-7569A1E9CED3}" type="presParOf" srcId="{FCD35E15-C48A-4801-B89C-FCAFECB4848C}" destId="{8536E5B9-0F31-4659-9E4A-C5C084482540}" srcOrd="1" destOrd="0" presId="urn:microsoft.com/office/officeart/2009/3/layout/HorizontalOrganizationChart"/>
    <dgm:cxn modelId="{7F202E5A-374A-4DCF-80BA-9F8E777E7C93}" type="presParOf" srcId="{D2B669C3-CA07-467C-A3DB-8259B5231F0F}" destId="{35AA6AFD-3FEB-4277-AAF8-FA3449C5C4D1}" srcOrd="1" destOrd="0" presId="urn:microsoft.com/office/officeart/2009/3/layout/HorizontalOrganizationChart"/>
    <dgm:cxn modelId="{9E97647D-EE09-4A3B-8ABB-E84DA5C92BB0}" type="presParOf" srcId="{D2B669C3-CA07-467C-A3DB-8259B5231F0F}" destId="{425197BD-0221-4BED-98BB-A0BDA0D61777}" srcOrd="2" destOrd="0" presId="urn:microsoft.com/office/officeart/2009/3/layout/HorizontalOrganizationChart"/>
    <dgm:cxn modelId="{7FECB17A-373F-40FC-8C44-03B56068DE17}" type="presParOf" srcId="{4EBF9A64-C68E-42BD-A4CD-423A513242CF}" destId="{3C295FEB-B66C-4282-BA62-6860ADA43924}" srcOrd="2" destOrd="0" presId="urn:microsoft.com/office/officeart/2009/3/layout/HorizontalOrganizationChart"/>
    <dgm:cxn modelId="{706CA2E9-C350-40F7-AB01-B855CE70E0B1}" type="presParOf" srcId="{CF50CB72-9F83-4F52-B046-C43AF7FE01C7}" destId="{46E6554C-8F02-4E5F-B09E-FE3C9E8BCCF3}" srcOrd="2" destOrd="0" presId="urn:microsoft.com/office/officeart/2009/3/layout/HorizontalOrganizationChart"/>
    <dgm:cxn modelId="{AD213C93-3E6B-4BFF-8D7F-C39139925F71}" type="presParOf" srcId="{CF50CB72-9F83-4F52-B046-C43AF7FE01C7}" destId="{806DECA1-0866-4B29-AE08-F1535CEA10C7}" srcOrd="3" destOrd="0" presId="urn:microsoft.com/office/officeart/2009/3/layout/HorizontalOrganizationChart"/>
    <dgm:cxn modelId="{B2F3BEA9-3AD1-4C33-A938-B05D49D174C2}" type="presParOf" srcId="{806DECA1-0866-4B29-AE08-F1535CEA10C7}" destId="{B18F6BE3-AB8B-4F2D-9CC6-D556B4916F61}" srcOrd="0" destOrd="0" presId="urn:microsoft.com/office/officeart/2009/3/layout/HorizontalOrganizationChart"/>
    <dgm:cxn modelId="{899FA1F2-EFD3-4042-B2C6-8648602D45EE}" type="presParOf" srcId="{B18F6BE3-AB8B-4F2D-9CC6-D556B4916F61}" destId="{9F4A7074-FEBE-419D-A9B8-2CE7A4EA992E}" srcOrd="0" destOrd="0" presId="urn:microsoft.com/office/officeart/2009/3/layout/HorizontalOrganizationChart"/>
    <dgm:cxn modelId="{7C4F4784-F490-4A2F-A0E5-8232EB2606C8}" type="presParOf" srcId="{B18F6BE3-AB8B-4F2D-9CC6-D556B4916F61}" destId="{2F521124-8156-47A4-AA0B-F89E81C6CC7D}" srcOrd="1" destOrd="0" presId="urn:microsoft.com/office/officeart/2009/3/layout/HorizontalOrganizationChart"/>
    <dgm:cxn modelId="{8A07275D-B4A6-464D-9497-A22975A95848}" type="presParOf" srcId="{806DECA1-0866-4B29-AE08-F1535CEA10C7}" destId="{B819F75D-79EA-4A78-B0E6-E387B6559A8C}" srcOrd="1" destOrd="0" presId="urn:microsoft.com/office/officeart/2009/3/layout/HorizontalOrganizationChart"/>
    <dgm:cxn modelId="{38D058B0-6B81-480F-8CB0-C6454E216231}" type="presParOf" srcId="{806DECA1-0866-4B29-AE08-F1535CEA10C7}" destId="{8EE7017B-D2F8-4FE2-86F9-0D8E1781E9A5}" srcOrd="2" destOrd="0" presId="urn:microsoft.com/office/officeart/2009/3/layout/HorizontalOrganizationChart"/>
    <dgm:cxn modelId="{CB00BB4E-7111-476C-938D-4348178B87EC}" type="presParOf" srcId="{CF50CB72-9F83-4F52-B046-C43AF7FE01C7}" destId="{FEEFC723-588E-449E-980F-CF11167FFF8C}" srcOrd="4" destOrd="0" presId="urn:microsoft.com/office/officeart/2009/3/layout/HorizontalOrganizationChart"/>
    <dgm:cxn modelId="{40BE3BFE-BCE0-473F-AFBE-93136A570C89}" type="presParOf" srcId="{CF50CB72-9F83-4F52-B046-C43AF7FE01C7}" destId="{92EFBB0B-ED73-4898-8B00-D2064F35916A}" srcOrd="5" destOrd="0" presId="urn:microsoft.com/office/officeart/2009/3/layout/HorizontalOrganizationChart"/>
    <dgm:cxn modelId="{81CB8228-D8BF-435F-8417-C66F88305AFB}" type="presParOf" srcId="{92EFBB0B-ED73-4898-8B00-D2064F35916A}" destId="{187BC575-A67A-49BC-877B-7E0C140FA365}" srcOrd="0" destOrd="0" presId="urn:microsoft.com/office/officeart/2009/3/layout/HorizontalOrganizationChart"/>
    <dgm:cxn modelId="{2B70D55A-3FCC-494F-84B0-FA0CA39D4107}" type="presParOf" srcId="{187BC575-A67A-49BC-877B-7E0C140FA365}" destId="{EF728EBF-FFAB-4786-B2EC-F7511C849E51}" srcOrd="0" destOrd="0" presId="urn:microsoft.com/office/officeart/2009/3/layout/HorizontalOrganizationChart"/>
    <dgm:cxn modelId="{CA84EC5F-A8C8-4289-A503-861AE8FA9CEC}" type="presParOf" srcId="{187BC575-A67A-49BC-877B-7E0C140FA365}" destId="{A7E1E919-2796-4606-8F95-9C44B1F2CA7E}" srcOrd="1" destOrd="0" presId="urn:microsoft.com/office/officeart/2009/3/layout/HorizontalOrganizationChart"/>
    <dgm:cxn modelId="{9ED84425-4C8B-4178-8FBA-66BD943CF5B6}" type="presParOf" srcId="{92EFBB0B-ED73-4898-8B00-D2064F35916A}" destId="{FF4342D0-4985-467B-9D9D-3D92129C61AA}" srcOrd="1" destOrd="0" presId="urn:microsoft.com/office/officeart/2009/3/layout/HorizontalOrganizationChart"/>
    <dgm:cxn modelId="{D21331A5-72AF-4D03-88D8-DD02EDB0FC97}" type="presParOf" srcId="{92EFBB0B-ED73-4898-8B00-D2064F35916A}" destId="{1ADDF737-6994-4257-B81A-55E3414E9799}" srcOrd="2" destOrd="0" presId="urn:microsoft.com/office/officeart/2009/3/layout/HorizontalOrganizationChart"/>
    <dgm:cxn modelId="{ACB810CE-A94C-42B6-998B-604A42BFEEA8}" type="presParOf" srcId="{CF50CB72-9F83-4F52-B046-C43AF7FE01C7}" destId="{8C797E27-7A72-4414-A0B9-6E66A9859339}" srcOrd="6" destOrd="0" presId="urn:microsoft.com/office/officeart/2009/3/layout/HorizontalOrganizationChart"/>
    <dgm:cxn modelId="{0A13E142-73D2-4076-92B9-9DF609614287}" type="presParOf" srcId="{CF50CB72-9F83-4F52-B046-C43AF7FE01C7}" destId="{B36743F5-1E52-41EC-8C75-3075B4A72B4C}" srcOrd="7" destOrd="0" presId="urn:microsoft.com/office/officeart/2009/3/layout/HorizontalOrganizationChart"/>
    <dgm:cxn modelId="{7D04D75E-D999-4483-BBBD-56C12CB1889F}" type="presParOf" srcId="{B36743F5-1E52-41EC-8C75-3075B4A72B4C}" destId="{3664AD8F-12EE-4850-908C-69AB40E5A5A0}" srcOrd="0" destOrd="0" presId="urn:microsoft.com/office/officeart/2009/3/layout/HorizontalOrganizationChart"/>
    <dgm:cxn modelId="{195C2DF8-C9CD-46DE-B91B-A3FD54EDDB17}" type="presParOf" srcId="{3664AD8F-12EE-4850-908C-69AB40E5A5A0}" destId="{76AB3201-E23A-42A9-BD1F-E8D62B32C2D3}" srcOrd="0" destOrd="0" presId="urn:microsoft.com/office/officeart/2009/3/layout/HorizontalOrganizationChart"/>
    <dgm:cxn modelId="{8C33B034-A69F-46D6-AAEA-0B1B1997D054}" type="presParOf" srcId="{3664AD8F-12EE-4850-908C-69AB40E5A5A0}" destId="{E995CC82-F68F-4E20-B796-5436DB85F776}" srcOrd="1" destOrd="0" presId="urn:microsoft.com/office/officeart/2009/3/layout/HorizontalOrganizationChart"/>
    <dgm:cxn modelId="{E5D2CDE5-ED80-4BAC-BE1C-43EDA2C339A5}" type="presParOf" srcId="{B36743F5-1E52-41EC-8C75-3075B4A72B4C}" destId="{232464B8-1740-4AC0-8BFB-4A884489DCC1}" srcOrd="1" destOrd="0" presId="urn:microsoft.com/office/officeart/2009/3/layout/HorizontalOrganizationChart"/>
    <dgm:cxn modelId="{E5416C4C-BF42-44F8-8853-B17956BC7F14}" type="presParOf" srcId="{B36743F5-1E52-41EC-8C75-3075B4A72B4C}" destId="{5E546CB9-5E38-493B-B334-3F27106767A3}" srcOrd="2" destOrd="0" presId="urn:microsoft.com/office/officeart/2009/3/layout/HorizontalOrganizationChart"/>
    <dgm:cxn modelId="{DCDD71F3-5B7E-4E00-9BA9-4501886619EC}" type="presParOf" srcId="{3C6F4D3D-A6B3-4564-BC04-5E7CEC8B15DE}" destId="{ED470579-613E-4DAC-A431-800C4030BD33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5B42D-42FB-4A5C-A38F-5C000DE318A8}">
      <dsp:nvSpPr>
        <dsp:cNvPr id="0" name=""/>
        <dsp:cNvSpPr/>
      </dsp:nvSpPr>
      <dsp:spPr>
        <a:xfrm>
          <a:off x="1485100" y="870280"/>
          <a:ext cx="2992710" cy="2992710"/>
        </a:xfrm>
        <a:prstGeom prst="ellipse">
          <a:avLst/>
        </a:prstGeom>
        <a:solidFill>
          <a:schemeClr val="accent2">
            <a:hueOff val="1159914"/>
            <a:satOff val="8938"/>
            <a:lumOff val="-25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1C8CD-C290-42A4-BF59-060DA1A4D91F}">
      <dsp:nvSpPr>
        <dsp:cNvPr id="0" name=""/>
        <dsp:cNvSpPr/>
      </dsp:nvSpPr>
      <dsp:spPr>
        <a:xfrm>
          <a:off x="1817540" y="1202720"/>
          <a:ext cx="2327829" cy="2327829"/>
        </a:xfrm>
        <a:prstGeom prst="ellipse">
          <a:avLst/>
        </a:prstGeom>
        <a:solidFill>
          <a:schemeClr val="accent2">
            <a:hueOff val="869935"/>
            <a:satOff val="6704"/>
            <a:lumOff val="-192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03358-12F6-4290-B38F-4A46DD2F65DF}">
      <dsp:nvSpPr>
        <dsp:cNvPr id="0" name=""/>
        <dsp:cNvSpPr/>
      </dsp:nvSpPr>
      <dsp:spPr>
        <a:xfrm>
          <a:off x="2149980" y="1535160"/>
          <a:ext cx="1662949" cy="1662949"/>
        </a:xfrm>
        <a:prstGeom prst="ellipse">
          <a:avLst/>
        </a:prstGeom>
        <a:solidFill>
          <a:schemeClr val="accent2">
            <a:hueOff val="579957"/>
            <a:satOff val="4469"/>
            <a:lumOff val="-12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55E22-2E43-4D3B-821A-33C1A111A867}">
      <dsp:nvSpPr>
        <dsp:cNvPr id="0" name=""/>
        <dsp:cNvSpPr/>
      </dsp:nvSpPr>
      <dsp:spPr>
        <a:xfrm>
          <a:off x="2482670" y="1867850"/>
          <a:ext cx="997570" cy="997570"/>
        </a:xfrm>
        <a:prstGeom prst="ellipse">
          <a:avLst/>
        </a:prstGeom>
        <a:solidFill>
          <a:schemeClr val="accent2">
            <a:hueOff val="289978"/>
            <a:satOff val="2235"/>
            <a:lumOff val="-64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26BA4B-4540-4066-884F-65F998AE64CB}">
      <dsp:nvSpPr>
        <dsp:cNvPr id="0" name=""/>
        <dsp:cNvSpPr/>
      </dsp:nvSpPr>
      <dsp:spPr>
        <a:xfrm>
          <a:off x="2815110" y="2200290"/>
          <a:ext cx="332689" cy="3326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046E4-715B-4F43-A045-E7F6F2AC8662}">
      <dsp:nvSpPr>
        <dsp:cNvPr id="0" name=""/>
        <dsp:cNvSpPr/>
      </dsp:nvSpPr>
      <dsp:spPr>
        <a:xfrm>
          <a:off x="4976595" y="127289"/>
          <a:ext cx="1496355" cy="52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Frontend:</a:t>
          </a:r>
          <a:r>
            <a:rPr lang="en-GB" sz="1100" kern="1200"/>
            <a:t> HTML, CSS (Bootstrap for responsive design) </a:t>
          </a:r>
        </a:p>
      </dsp:txBody>
      <dsp:txXfrm>
        <a:off x="4976595" y="127289"/>
        <a:ext cx="1496355" cy="528313"/>
      </dsp:txXfrm>
    </dsp:sp>
    <dsp:sp modelId="{51FC3847-8E5E-4BA0-A2D1-B64CA4BC66C8}">
      <dsp:nvSpPr>
        <dsp:cNvPr id="0" name=""/>
        <dsp:cNvSpPr/>
      </dsp:nvSpPr>
      <dsp:spPr>
        <a:xfrm>
          <a:off x="4602506" y="391446"/>
          <a:ext cx="3740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9CA68-ED69-4BB2-AC8D-60D4A24410F0}">
      <dsp:nvSpPr>
        <dsp:cNvPr id="0" name=""/>
        <dsp:cNvSpPr/>
      </dsp:nvSpPr>
      <dsp:spPr>
        <a:xfrm rot="5400000">
          <a:off x="2803139" y="569762"/>
          <a:ext cx="1975188" cy="1618557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22616-3313-4D90-B71C-AE5A6A0A6D36}">
      <dsp:nvSpPr>
        <dsp:cNvPr id="0" name=""/>
        <dsp:cNvSpPr/>
      </dsp:nvSpPr>
      <dsp:spPr>
        <a:xfrm>
          <a:off x="4976595" y="685929"/>
          <a:ext cx="1496355" cy="52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Backend:</a:t>
          </a:r>
          <a:r>
            <a:rPr lang="en-GB" sz="1100" kern="1200"/>
            <a:t> Python (FastAPI / Flask framework) </a:t>
          </a:r>
        </a:p>
      </dsp:txBody>
      <dsp:txXfrm>
        <a:off x="4976595" y="685929"/>
        <a:ext cx="1496355" cy="528313"/>
      </dsp:txXfrm>
    </dsp:sp>
    <dsp:sp modelId="{AFE5C4F7-5607-4E23-A460-411F7EF08829}">
      <dsp:nvSpPr>
        <dsp:cNvPr id="0" name=""/>
        <dsp:cNvSpPr/>
      </dsp:nvSpPr>
      <dsp:spPr>
        <a:xfrm>
          <a:off x="4602506" y="950085"/>
          <a:ext cx="3740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266F1-CEB7-4A17-BA00-284EBEF6943B}">
      <dsp:nvSpPr>
        <dsp:cNvPr id="0" name=""/>
        <dsp:cNvSpPr/>
      </dsp:nvSpPr>
      <dsp:spPr>
        <a:xfrm rot="5400000">
          <a:off x="3093382" y="1085954"/>
          <a:ext cx="1644593" cy="1371658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482946-30FA-4F16-98DF-12657CBAE51B}">
      <dsp:nvSpPr>
        <dsp:cNvPr id="0" name=""/>
        <dsp:cNvSpPr/>
      </dsp:nvSpPr>
      <dsp:spPr>
        <a:xfrm>
          <a:off x="4976595" y="1244568"/>
          <a:ext cx="1496355" cy="52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Database:</a:t>
          </a:r>
          <a:r>
            <a:rPr lang="en-GB" sz="1100" kern="1200"/>
            <a:t> PostgreSQL (for structured data storage) </a:t>
          </a:r>
        </a:p>
      </dsp:txBody>
      <dsp:txXfrm>
        <a:off x="4976595" y="1244568"/>
        <a:ext cx="1496355" cy="528313"/>
      </dsp:txXfrm>
    </dsp:sp>
    <dsp:sp modelId="{C5E411D6-552E-4B7A-956E-3D39032CDE90}">
      <dsp:nvSpPr>
        <dsp:cNvPr id="0" name=""/>
        <dsp:cNvSpPr/>
      </dsp:nvSpPr>
      <dsp:spPr>
        <a:xfrm>
          <a:off x="4602506" y="1508724"/>
          <a:ext cx="3740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CB0B6-B216-40EE-8559-6E3A0AB0AE0E}">
      <dsp:nvSpPr>
        <dsp:cNvPr id="0" name=""/>
        <dsp:cNvSpPr/>
      </dsp:nvSpPr>
      <dsp:spPr>
        <a:xfrm rot="5400000">
          <a:off x="3377989" y="1581048"/>
          <a:ext cx="1296841" cy="1152193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AABFC-8238-4A8B-A156-D4D9B3CE24A0}">
      <dsp:nvSpPr>
        <dsp:cNvPr id="0" name=""/>
        <dsp:cNvSpPr/>
      </dsp:nvSpPr>
      <dsp:spPr>
        <a:xfrm>
          <a:off x="4976595" y="1791236"/>
          <a:ext cx="1496355" cy="52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ORM:</a:t>
          </a:r>
          <a:r>
            <a:rPr lang="en-GB" sz="1100" kern="1200"/>
            <a:t> SQLAlchemy (database interaction and models) </a:t>
          </a:r>
        </a:p>
      </dsp:txBody>
      <dsp:txXfrm>
        <a:off x="4976595" y="1791236"/>
        <a:ext cx="1496355" cy="528313"/>
      </dsp:txXfrm>
    </dsp:sp>
    <dsp:sp modelId="{EB37E4D8-DF20-4DF2-9875-B3AFF7101641}">
      <dsp:nvSpPr>
        <dsp:cNvPr id="0" name=""/>
        <dsp:cNvSpPr/>
      </dsp:nvSpPr>
      <dsp:spPr>
        <a:xfrm>
          <a:off x="4602506" y="2055393"/>
          <a:ext cx="3740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5D438-E95C-4571-87C6-05002C53A334}">
      <dsp:nvSpPr>
        <dsp:cNvPr id="0" name=""/>
        <dsp:cNvSpPr/>
      </dsp:nvSpPr>
      <dsp:spPr>
        <a:xfrm rot="5400000">
          <a:off x="3661299" y="2103775"/>
          <a:ext cx="989589" cy="892825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AAEDA-C513-4A05-86A9-F847713D100D}">
      <dsp:nvSpPr>
        <dsp:cNvPr id="0" name=""/>
        <dsp:cNvSpPr/>
      </dsp:nvSpPr>
      <dsp:spPr>
        <a:xfrm>
          <a:off x="4976595" y="2321943"/>
          <a:ext cx="1496355" cy="52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13970" bIns="1397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/>
            <a:t>API Communication:</a:t>
          </a:r>
          <a:r>
            <a:rPr lang="en-GB" sz="1100" kern="1200" dirty="0"/>
            <a:t> REST APIs (JSON-based communication) </a:t>
          </a:r>
        </a:p>
      </dsp:txBody>
      <dsp:txXfrm>
        <a:off x="4976595" y="2321943"/>
        <a:ext cx="1496355" cy="528313"/>
      </dsp:txXfrm>
    </dsp:sp>
    <dsp:sp modelId="{779FD724-10A4-4AA9-BE4A-5AA44A7165CD}">
      <dsp:nvSpPr>
        <dsp:cNvPr id="0" name=""/>
        <dsp:cNvSpPr/>
      </dsp:nvSpPr>
      <dsp:spPr>
        <a:xfrm>
          <a:off x="4602506" y="2586100"/>
          <a:ext cx="37408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4DEAA-C030-47D7-BF6E-69B61A015194}">
      <dsp:nvSpPr>
        <dsp:cNvPr id="0" name=""/>
        <dsp:cNvSpPr/>
      </dsp:nvSpPr>
      <dsp:spPr>
        <a:xfrm rot="5400000">
          <a:off x="3929147" y="2611039"/>
          <a:ext cx="698299" cy="64842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797E27-7A72-4414-A0B9-6E66A9859339}">
      <dsp:nvSpPr>
        <dsp:cNvPr id="0" name=""/>
        <dsp:cNvSpPr/>
      </dsp:nvSpPr>
      <dsp:spPr>
        <a:xfrm>
          <a:off x="1136830" y="3373668"/>
          <a:ext cx="380001" cy="1141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6318" y="0"/>
              </a:lnTo>
              <a:lnTo>
                <a:pt x="266318" y="1141721"/>
              </a:lnTo>
              <a:lnTo>
                <a:pt x="380001" y="114172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FC723-588E-449E-980F-CF11167FFF8C}">
      <dsp:nvSpPr>
        <dsp:cNvPr id="0" name=""/>
        <dsp:cNvSpPr/>
      </dsp:nvSpPr>
      <dsp:spPr>
        <a:xfrm>
          <a:off x="1136830" y="3373668"/>
          <a:ext cx="701611" cy="1569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87928" y="0"/>
              </a:lnTo>
              <a:lnTo>
                <a:pt x="587928" y="156916"/>
              </a:lnTo>
              <a:lnTo>
                <a:pt x="701611" y="15691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6554C-8F02-4E5F-B09E-FE3C9E8BCCF3}">
      <dsp:nvSpPr>
        <dsp:cNvPr id="0" name=""/>
        <dsp:cNvSpPr/>
      </dsp:nvSpPr>
      <dsp:spPr>
        <a:xfrm>
          <a:off x="1136830" y="2811521"/>
          <a:ext cx="349000" cy="562147"/>
        </a:xfrm>
        <a:custGeom>
          <a:avLst/>
          <a:gdLst/>
          <a:ahLst/>
          <a:cxnLst/>
          <a:rect l="0" t="0" r="0" b="0"/>
          <a:pathLst>
            <a:path>
              <a:moveTo>
                <a:pt x="0" y="562147"/>
              </a:moveTo>
              <a:lnTo>
                <a:pt x="235317" y="562147"/>
              </a:lnTo>
              <a:lnTo>
                <a:pt x="235317" y="0"/>
              </a:lnTo>
              <a:lnTo>
                <a:pt x="349000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716F5D-9CBE-48AD-B4FA-D10DFF0AE4C1}">
      <dsp:nvSpPr>
        <dsp:cNvPr id="0" name=""/>
        <dsp:cNvSpPr/>
      </dsp:nvSpPr>
      <dsp:spPr>
        <a:xfrm>
          <a:off x="3281135" y="2049836"/>
          <a:ext cx="335853" cy="25946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2170" y="0"/>
              </a:lnTo>
              <a:lnTo>
                <a:pt x="222170" y="2594679"/>
              </a:lnTo>
              <a:lnTo>
                <a:pt x="335853" y="259467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104D8E-DB05-4A94-BC2D-079E6FF6FA1C}">
      <dsp:nvSpPr>
        <dsp:cNvPr id="0" name=""/>
        <dsp:cNvSpPr/>
      </dsp:nvSpPr>
      <dsp:spPr>
        <a:xfrm>
          <a:off x="3281135" y="2049836"/>
          <a:ext cx="335853" cy="21058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2170" y="0"/>
              </a:lnTo>
              <a:lnTo>
                <a:pt x="222170" y="2105842"/>
              </a:lnTo>
              <a:lnTo>
                <a:pt x="335853" y="21058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DC5CD3-1820-44FA-B1E4-9C1FF2524765}">
      <dsp:nvSpPr>
        <dsp:cNvPr id="0" name=""/>
        <dsp:cNvSpPr/>
      </dsp:nvSpPr>
      <dsp:spPr>
        <a:xfrm>
          <a:off x="3281135" y="2049836"/>
          <a:ext cx="335853" cy="1617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2170" y="0"/>
              </a:lnTo>
              <a:lnTo>
                <a:pt x="222170" y="1617005"/>
              </a:lnTo>
              <a:lnTo>
                <a:pt x="335853" y="161700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52185E-4184-48D4-8E3C-F903ADD4AAD1}">
      <dsp:nvSpPr>
        <dsp:cNvPr id="0" name=""/>
        <dsp:cNvSpPr/>
      </dsp:nvSpPr>
      <dsp:spPr>
        <a:xfrm>
          <a:off x="3281135" y="2049836"/>
          <a:ext cx="335853" cy="1128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2170" y="0"/>
              </a:lnTo>
              <a:lnTo>
                <a:pt x="222170" y="1128168"/>
              </a:lnTo>
              <a:lnTo>
                <a:pt x="335853" y="112816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68EEED-D53A-468C-AC00-91719676616D}">
      <dsp:nvSpPr>
        <dsp:cNvPr id="0" name=""/>
        <dsp:cNvSpPr/>
      </dsp:nvSpPr>
      <dsp:spPr>
        <a:xfrm>
          <a:off x="3281135" y="2049836"/>
          <a:ext cx="335853" cy="6393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2170" y="0"/>
              </a:lnTo>
              <a:lnTo>
                <a:pt x="222170" y="639330"/>
              </a:lnTo>
              <a:lnTo>
                <a:pt x="335853" y="63933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38CB73-EFCB-4D86-AA03-493985232BD9}">
      <dsp:nvSpPr>
        <dsp:cNvPr id="0" name=""/>
        <dsp:cNvSpPr/>
      </dsp:nvSpPr>
      <dsp:spPr>
        <a:xfrm>
          <a:off x="3281135" y="2049836"/>
          <a:ext cx="335853" cy="1504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2170" y="0"/>
              </a:lnTo>
              <a:lnTo>
                <a:pt x="222170" y="150493"/>
              </a:lnTo>
              <a:lnTo>
                <a:pt x="335853" y="15049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0E5AD9-3782-4095-BD40-224459694148}">
      <dsp:nvSpPr>
        <dsp:cNvPr id="0" name=""/>
        <dsp:cNvSpPr/>
      </dsp:nvSpPr>
      <dsp:spPr>
        <a:xfrm>
          <a:off x="3281135" y="1711493"/>
          <a:ext cx="335853" cy="338343"/>
        </a:xfrm>
        <a:custGeom>
          <a:avLst/>
          <a:gdLst/>
          <a:ahLst/>
          <a:cxnLst/>
          <a:rect l="0" t="0" r="0" b="0"/>
          <a:pathLst>
            <a:path>
              <a:moveTo>
                <a:pt x="0" y="338343"/>
              </a:moveTo>
              <a:lnTo>
                <a:pt x="222170" y="338343"/>
              </a:lnTo>
              <a:lnTo>
                <a:pt x="222170" y="0"/>
              </a:lnTo>
              <a:lnTo>
                <a:pt x="33585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9BB53-84A4-42F5-B7BB-624CEE229ECD}">
      <dsp:nvSpPr>
        <dsp:cNvPr id="0" name=""/>
        <dsp:cNvSpPr/>
      </dsp:nvSpPr>
      <dsp:spPr>
        <a:xfrm>
          <a:off x="3281135" y="1222656"/>
          <a:ext cx="335853" cy="827180"/>
        </a:xfrm>
        <a:custGeom>
          <a:avLst/>
          <a:gdLst/>
          <a:ahLst/>
          <a:cxnLst/>
          <a:rect l="0" t="0" r="0" b="0"/>
          <a:pathLst>
            <a:path>
              <a:moveTo>
                <a:pt x="0" y="827180"/>
              </a:moveTo>
              <a:lnTo>
                <a:pt x="222170" y="827180"/>
              </a:lnTo>
              <a:lnTo>
                <a:pt x="222170" y="0"/>
              </a:lnTo>
              <a:lnTo>
                <a:pt x="33585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2171F4-C93F-40F6-8C1C-21B675F343F2}">
      <dsp:nvSpPr>
        <dsp:cNvPr id="0" name=""/>
        <dsp:cNvSpPr/>
      </dsp:nvSpPr>
      <dsp:spPr>
        <a:xfrm>
          <a:off x="3281135" y="733819"/>
          <a:ext cx="335853" cy="1316017"/>
        </a:xfrm>
        <a:custGeom>
          <a:avLst/>
          <a:gdLst/>
          <a:ahLst/>
          <a:cxnLst/>
          <a:rect l="0" t="0" r="0" b="0"/>
          <a:pathLst>
            <a:path>
              <a:moveTo>
                <a:pt x="0" y="1316017"/>
              </a:moveTo>
              <a:lnTo>
                <a:pt x="222170" y="1316017"/>
              </a:lnTo>
              <a:lnTo>
                <a:pt x="222170" y="0"/>
              </a:lnTo>
              <a:lnTo>
                <a:pt x="335853" y="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EAAC1E-7C7C-4439-B524-F602C9B06C25}">
      <dsp:nvSpPr>
        <dsp:cNvPr id="0" name=""/>
        <dsp:cNvSpPr/>
      </dsp:nvSpPr>
      <dsp:spPr>
        <a:xfrm>
          <a:off x="1136830" y="2049836"/>
          <a:ext cx="124271" cy="1323832"/>
        </a:xfrm>
        <a:custGeom>
          <a:avLst/>
          <a:gdLst/>
          <a:ahLst/>
          <a:cxnLst/>
          <a:rect l="0" t="0" r="0" b="0"/>
          <a:pathLst>
            <a:path>
              <a:moveTo>
                <a:pt x="0" y="1323832"/>
              </a:moveTo>
              <a:lnTo>
                <a:pt x="10588" y="1323832"/>
              </a:lnTo>
              <a:lnTo>
                <a:pt x="10588" y="0"/>
              </a:lnTo>
              <a:lnTo>
                <a:pt x="124271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8CE03B-5D68-455C-ACDC-5613314BE660}">
      <dsp:nvSpPr>
        <dsp:cNvPr id="0" name=""/>
        <dsp:cNvSpPr/>
      </dsp:nvSpPr>
      <dsp:spPr>
        <a:xfrm>
          <a:off x="0" y="3200302"/>
          <a:ext cx="1136830" cy="3467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>
              <a:solidFill>
                <a:schemeClr val="tx1"/>
              </a:solidFill>
              <a:latin typeface="Arial Black" panose="020B0A04020102020204" pitchFamily="34" charset="0"/>
            </a:rPr>
            <a:t>APP</a:t>
          </a:r>
        </a:p>
      </dsp:txBody>
      <dsp:txXfrm>
        <a:off x="0" y="3200302"/>
        <a:ext cx="1136830" cy="346733"/>
      </dsp:txXfrm>
    </dsp:sp>
    <dsp:sp modelId="{45FAF3BD-C9C3-4A25-BB73-B1D555206A21}">
      <dsp:nvSpPr>
        <dsp:cNvPr id="0" name=""/>
        <dsp:cNvSpPr/>
      </dsp:nvSpPr>
      <dsp:spPr>
        <a:xfrm>
          <a:off x="1261102" y="1876469"/>
          <a:ext cx="2020033" cy="3467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 dirty="0">
              <a:solidFill>
                <a:schemeClr val="tx1"/>
              </a:solidFill>
              <a:latin typeface="Arial Black" panose="020B0A04020102020204" pitchFamily="34" charset="0"/>
            </a:rPr>
            <a:t>app ( Main backend project folder )</a:t>
          </a:r>
        </a:p>
      </dsp:txBody>
      <dsp:txXfrm>
        <a:off x="1261102" y="1876469"/>
        <a:ext cx="2020033" cy="346733"/>
      </dsp:txXfrm>
    </dsp:sp>
    <dsp:sp modelId="{4B5378A3-C0C9-4906-B783-5045814F806D}">
      <dsp:nvSpPr>
        <dsp:cNvPr id="0" name=""/>
        <dsp:cNvSpPr/>
      </dsp:nvSpPr>
      <dsp:spPr>
        <a:xfrm>
          <a:off x="3616989" y="560452"/>
          <a:ext cx="2089698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 dirty="0">
              <a:latin typeface="Arial Black" panose="020B0A04020102020204" pitchFamily="34" charset="0"/>
            </a:rPr>
            <a:t>api (API Layer – Controllers / Routes)</a:t>
          </a:r>
        </a:p>
      </dsp:txBody>
      <dsp:txXfrm>
        <a:off x="3616989" y="560452"/>
        <a:ext cx="2089698" cy="346733"/>
      </dsp:txXfrm>
    </dsp:sp>
    <dsp:sp modelId="{999C2195-6401-4A77-B54B-895C68E2BA0E}">
      <dsp:nvSpPr>
        <dsp:cNvPr id="0" name=""/>
        <dsp:cNvSpPr/>
      </dsp:nvSpPr>
      <dsp:spPr>
        <a:xfrm>
          <a:off x="3616989" y="1049289"/>
          <a:ext cx="2326898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dirty="0">
              <a:latin typeface="Arial Black" panose="020B0A04020102020204" pitchFamily="34" charset="0"/>
            </a:rPr>
            <a:t>core (</a:t>
          </a:r>
          <a:r>
            <a:rPr lang="en-GB" sz="1200" b="1" i="0" kern="1200" dirty="0">
              <a:latin typeface="Arial Black" panose="020B0A04020102020204" pitchFamily="34" charset="0"/>
            </a:rPr>
            <a:t>(Core Configuration &amp; Utilities) </a:t>
          </a:r>
          <a:r>
            <a:rPr lang="en-US" sz="1200" b="1" i="0" kern="1200" dirty="0">
              <a:latin typeface="Arial Black" panose="020B0A04020102020204" pitchFamily="34" charset="0"/>
            </a:rPr>
            <a:t>)</a:t>
          </a:r>
          <a:endParaRPr lang="en-GB" sz="1200" b="1" i="0" kern="1200" dirty="0">
            <a:latin typeface="Arial Black" panose="020B0A04020102020204" pitchFamily="34" charset="0"/>
          </a:endParaRPr>
        </a:p>
      </dsp:txBody>
      <dsp:txXfrm>
        <a:off x="3616989" y="1049289"/>
        <a:ext cx="2326898" cy="346733"/>
      </dsp:txXfrm>
    </dsp:sp>
    <dsp:sp modelId="{5BCEBC02-4439-40F8-BF56-D7E0CF1D45BC}">
      <dsp:nvSpPr>
        <dsp:cNvPr id="0" name=""/>
        <dsp:cNvSpPr/>
      </dsp:nvSpPr>
      <dsp:spPr>
        <a:xfrm>
          <a:off x="3616989" y="1538126"/>
          <a:ext cx="1975231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>
              <a:latin typeface="Arial Black" panose="020B0A04020102020204" pitchFamily="34" charset="0"/>
            </a:rPr>
            <a:t>Models / (ORM Models) </a:t>
          </a:r>
        </a:p>
      </dsp:txBody>
      <dsp:txXfrm>
        <a:off x="3616989" y="1538126"/>
        <a:ext cx="1975231" cy="346733"/>
      </dsp:txXfrm>
    </dsp:sp>
    <dsp:sp modelId="{22252BD6-E1DF-463E-ADEE-24BF39BC5127}">
      <dsp:nvSpPr>
        <dsp:cNvPr id="0" name=""/>
        <dsp:cNvSpPr/>
      </dsp:nvSpPr>
      <dsp:spPr>
        <a:xfrm>
          <a:off x="3616989" y="2026963"/>
          <a:ext cx="2225595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i="0" kern="1200" dirty="0">
              <a:latin typeface="Arial Black" panose="020B0A04020102020204" pitchFamily="34" charset="0"/>
            </a:rPr>
            <a:t>db / (Database Layer) </a:t>
          </a:r>
        </a:p>
      </dsp:txBody>
      <dsp:txXfrm>
        <a:off x="3616989" y="2026963"/>
        <a:ext cx="2225595" cy="346733"/>
      </dsp:txXfrm>
    </dsp:sp>
    <dsp:sp modelId="{CDB2E50B-3789-448A-B067-70C116AB266F}">
      <dsp:nvSpPr>
        <dsp:cNvPr id="0" name=""/>
        <dsp:cNvSpPr/>
      </dsp:nvSpPr>
      <dsp:spPr>
        <a:xfrm>
          <a:off x="3616989" y="2515800"/>
          <a:ext cx="2844917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 dirty="0">
              <a:latin typeface="Arial Black" panose="020B0A04020102020204" pitchFamily="34" charset="0"/>
            </a:rPr>
            <a:t>schemas/(Data Validation Layer)</a:t>
          </a:r>
        </a:p>
      </dsp:txBody>
      <dsp:txXfrm>
        <a:off x="3616989" y="2515800"/>
        <a:ext cx="2844917" cy="346733"/>
      </dsp:txXfrm>
    </dsp:sp>
    <dsp:sp modelId="{D844913B-255D-4853-9E4D-E10D467A7DD7}">
      <dsp:nvSpPr>
        <dsp:cNvPr id="0" name=""/>
        <dsp:cNvSpPr/>
      </dsp:nvSpPr>
      <dsp:spPr>
        <a:xfrm>
          <a:off x="3616989" y="3004637"/>
          <a:ext cx="1136830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rial Black" panose="020B0A04020102020204" pitchFamily="34" charset="0"/>
            </a:rPr>
            <a:t>Main.py</a:t>
          </a:r>
          <a:endParaRPr lang="en-GB" sz="1200" kern="1200" dirty="0">
            <a:latin typeface="Arial Black" panose="020B0A04020102020204" pitchFamily="34" charset="0"/>
          </a:endParaRPr>
        </a:p>
      </dsp:txBody>
      <dsp:txXfrm>
        <a:off x="3616989" y="3004637"/>
        <a:ext cx="1136830" cy="346733"/>
      </dsp:txXfrm>
    </dsp:sp>
    <dsp:sp modelId="{B67F145D-ADA4-423F-AB72-04996AEEAE1A}">
      <dsp:nvSpPr>
        <dsp:cNvPr id="0" name=""/>
        <dsp:cNvSpPr/>
      </dsp:nvSpPr>
      <dsp:spPr>
        <a:xfrm>
          <a:off x="3616989" y="3493474"/>
          <a:ext cx="1136830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dirty="0">
              <a:latin typeface="Arial Black" panose="020B0A04020102020204" pitchFamily="34" charset="0"/>
            </a:rPr>
            <a:t>create_admin.py </a:t>
          </a:r>
        </a:p>
      </dsp:txBody>
      <dsp:txXfrm>
        <a:off x="3616989" y="3493474"/>
        <a:ext cx="1136830" cy="346733"/>
      </dsp:txXfrm>
    </dsp:sp>
    <dsp:sp modelId="{6508B347-3B30-4BAA-960A-4C3A3555C14D}">
      <dsp:nvSpPr>
        <dsp:cNvPr id="0" name=""/>
        <dsp:cNvSpPr/>
      </dsp:nvSpPr>
      <dsp:spPr>
        <a:xfrm>
          <a:off x="3616989" y="3982311"/>
          <a:ext cx="1136830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 dirty="0">
              <a:latin typeface="Arial Black" panose="020B0A04020102020204" pitchFamily="34" charset="0"/>
            </a:rPr>
            <a:t>env.py </a:t>
          </a:r>
        </a:p>
      </dsp:txBody>
      <dsp:txXfrm>
        <a:off x="3616989" y="3982311"/>
        <a:ext cx="1136830" cy="346733"/>
      </dsp:txXfrm>
    </dsp:sp>
    <dsp:sp modelId="{AF731502-C6D0-44D3-BB35-866D777FEDBF}">
      <dsp:nvSpPr>
        <dsp:cNvPr id="0" name=""/>
        <dsp:cNvSpPr/>
      </dsp:nvSpPr>
      <dsp:spPr>
        <a:xfrm>
          <a:off x="3616989" y="4471148"/>
          <a:ext cx="1136830" cy="3467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>
              <a:latin typeface="Arial Black" panose="020B0A04020102020204" pitchFamily="34" charset="0"/>
            </a:rPr>
            <a:t>venv</a:t>
          </a:r>
          <a:endParaRPr lang="en-GB" sz="1200" kern="1200" dirty="0">
            <a:latin typeface="Arial Black" panose="020B0A04020102020204" pitchFamily="34" charset="0"/>
          </a:endParaRPr>
        </a:p>
      </dsp:txBody>
      <dsp:txXfrm>
        <a:off x="3616989" y="4471148"/>
        <a:ext cx="1136830" cy="346733"/>
      </dsp:txXfrm>
    </dsp:sp>
    <dsp:sp modelId="{9F4A7074-FEBE-419D-A9B8-2CE7A4EA992E}">
      <dsp:nvSpPr>
        <dsp:cNvPr id="0" name=""/>
        <dsp:cNvSpPr/>
      </dsp:nvSpPr>
      <dsp:spPr>
        <a:xfrm>
          <a:off x="1485830" y="2655910"/>
          <a:ext cx="1105828" cy="3112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solidFill>
                <a:schemeClr val="tx1"/>
              </a:solidFill>
              <a:latin typeface="Arial Black" panose="020B0A04020102020204" pitchFamily="34" charset="0"/>
            </a:rPr>
            <a:t>Static</a:t>
          </a:r>
          <a:endParaRPr lang="en-GB" sz="1400" kern="1200" dirty="0">
            <a:solidFill>
              <a:schemeClr val="tx1"/>
            </a:solidFill>
            <a:latin typeface="Arial Black" panose="020B0A04020102020204" pitchFamily="34" charset="0"/>
          </a:endParaRPr>
        </a:p>
      </dsp:txBody>
      <dsp:txXfrm>
        <a:off x="1485830" y="2655910"/>
        <a:ext cx="1105828" cy="311220"/>
      </dsp:txXfrm>
    </dsp:sp>
    <dsp:sp modelId="{EF728EBF-FFAB-4786-B2EC-F7511C849E51}">
      <dsp:nvSpPr>
        <dsp:cNvPr id="0" name=""/>
        <dsp:cNvSpPr/>
      </dsp:nvSpPr>
      <dsp:spPr>
        <a:xfrm>
          <a:off x="1838441" y="3357219"/>
          <a:ext cx="1136830" cy="3467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tx1"/>
              </a:solidFill>
              <a:latin typeface="Arial Black" panose="020B0A04020102020204" pitchFamily="34" charset="0"/>
            </a:rPr>
            <a:t>Templates</a:t>
          </a:r>
          <a:endParaRPr lang="en-GB" sz="1200" kern="1200" dirty="0">
            <a:solidFill>
              <a:schemeClr val="tx1"/>
            </a:solidFill>
            <a:latin typeface="Arial Black" panose="020B0A04020102020204" pitchFamily="34" charset="0"/>
          </a:endParaRPr>
        </a:p>
      </dsp:txBody>
      <dsp:txXfrm>
        <a:off x="1838441" y="3357219"/>
        <a:ext cx="1136830" cy="346733"/>
      </dsp:txXfrm>
    </dsp:sp>
    <dsp:sp modelId="{76AB3201-E23A-42A9-BD1F-E8D62B32C2D3}">
      <dsp:nvSpPr>
        <dsp:cNvPr id="0" name=""/>
        <dsp:cNvSpPr/>
      </dsp:nvSpPr>
      <dsp:spPr>
        <a:xfrm>
          <a:off x="1516832" y="4342023"/>
          <a:ext cx="1136830" cy="3467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  <a:latin typeface="Arial Black" panose="020B0A04020102020204" pitchFamily="34" charset="0"/>
            </a:rPr>
            <a:t>.env</a:t>
          </a:r>
          <a:endParaRPr lang="en-GB" sz="1100" kern="1200" dirty="0">
            <a:solidFill>
              <a:schemeClr val="tx1"/>
            </a:solidFill>
            <a:latin typeface="Arial Black" panose="020B0A04020102020204" pitchFamily="34" charset="0"/>
          </a:endParaRPr>
        </a:p>
      </dsp:txBody>
      <dsp:txXfrm>
        <a:off x="1516832" y="4342023"/>
        <a:ext cx="1136830" cy="346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74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7FE1-96E8-D7E0-7DF4-DA7D0E930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622B1-8C8F-0B6E-E0E7-9007908E0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D00239-458C-A80F-A17A-015BE6980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59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80D44-3F4E-5AD6-AEEE-401A1A889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1EEC77-69C3-5CD7-97B6-5D4248F29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6AAB3-357B-3BF0-C7E9-52AA6C6E7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951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70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1315-D514-7FEF-17B0-FDC8680A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3AE2DC-890A-A719-4119-D0FD46444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F181D-066A-0E63-BF00-3D6BDBBAEF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336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0B80C-3838-1AC3-A6D3-254D40B0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9ADD9-47AD-3D68-C5E5-D89FEC5AD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BFA7D-BFAF-60CD-638A-13BE08998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084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4A55C-0070-3D2E-FB50-20B5A7C6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EA617-330D-ED3C-6D2F-8988A978EA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659F8-B584-D36F-EF93-769878B0A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5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Clinical Trial Patient Matching System 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LIKITHA chowdary chereddy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196" y="86706"/>
            <a:ext cx="7888779" cy="628189"/>
          </a:xfrm>
          <a:noFill/>
        </p:spPr>
        <p:txBody>
          <a:bodyPr anchor="b" anchorCtr="0"/>
          <a:lstStyle/>
          <a:p>
            <a:r>
              <a:rPr lang="en-US" sz="4000" dirty="0">
                <a:latin typeface="Arial Rounded MT Bold" panose="020F0704030504030204" pitchFamily="34" charset="0"/>
              </a:rPr>
              <a:t>SYSTEM OVERVIEW </a:t>
            </a:r>
          </a:p>
        </p:txBody>
      </p:sp>
      <p:sp>
        <p:nvSpPr>
          <p:cNvPr id="4" name="AutoShape 2" descr="Clinical trial patient matching system">
            <a:extLst>
              <a:ext uri="{FF2B5EF4-FFF2-40B4-BE49-F238E27FC236}">
                <a16:creationId xmlns:a16="http://schemas.microsoft.com/office/drawing/2014/main" id="{FF8F10AF-F213-4069-8C4C-8334B87965E7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2076450" y="3803650"/>
            <a:ext cx="8045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F4144C-9DE3-82D7-91FE-66843AA3E7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5" t="11515"/>
          <a:stretch>
            <a:fillRect/>
          </a:stretch>
        </p:blipFill>
        <p:spPr>
          <a:xfrm>
            <a:off x="196852" y="714895"/>
            <a:ext cx="11798296" cy="600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8C3006BE-CC17-9F60-1AAA-9832C49E38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73F12D8-6F32-1E96-D901-34872F2948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4A98B2-176E-92B4-28F9-39B95CAD7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9886E-621C-32AB-1AEA-7A806C01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C5910-1585-CCA5-62CB-07B098B72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9" y="108065"/>
            <a:ext cx="5478087" cy="723207"/>
          </a:xfrm>
        </p:spPr>
        <p:txBody>
          <a:bodyPr/>
          <a:lstStyle/>
          <a:p>
            <a:r>
              <a:rPr lang="en-US" sz="4800" b="1" dirty="0">
                <a:latin typeface="Arial Rounded MT Bold" panose="020F0704030504030204" pitchFamily="34" charset="0"/>
              </a:rPr>
              <a:t>SYSTEM USERS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D363C3-80F5-EB11-2AF7-6C7FEF74D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54" b="3327"/>
          <a:stretch>
            <a:fillRect/>
          </a:stretch>
        </p:blipFill>
        <p:spPr>
          <a:xfrm>
            <a:off x="1600329" y="831272"/>
            <a:ext cx="6655465" cy="581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5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USER REQUIREMENTS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20BA46-0BE6-919F-344C-85FD7B495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183945"/>
              </p:ext>
            </p:extLst>
          </p:nvPr>
        </p:nvGraphicFramePr>
        <p:xfrm>
          <a:off x="922713" y="1754681"/>
          <a:ext cx="10656916" cy="3091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830216">
                  <a:extLst>
                    <a:ext uri="{9D8B030D-6E8A-4147-A177-3AD203B41FA5}">
                      <a16:colId xmlns:a16="http://schemas.microsoft.com/office/drawing/2014/main" val="839983924"/>
                    </a:ext>
                  </a:extLst>
                </a:gridCol>
                <a:gridCol w="6826700">
                  <a:extLst>
                    <a:ext uri="{9D8B030D-6E8A-4147-A177-3AD203B41FA5}">
                      <a16:colId xmlns:a16="http://schemas.microsoft.com/office/drawing/2014/main" val="258309196"/>
                    </a:ext>
                  </a:extLst>
                </a:gridCol>
              </a:tblGrid>
              <a:tr h="3672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USER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KEY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545666"/>
                  </a:ext>
                </a:extLst>
              </a:tr>
              <a:tr h="6540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Research Coordinator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Manage patient profiles, enter diagnoses, medications, lab results, and run patient-trial matching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366043"/>
                  </a:ext>
                </a:extLst>
              </a:tr>
              <a:tr h="5995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Trial Administrator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Create clinical trials, define eligibility criteria (inclusion &amp; exclusion), assign importance weights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186343"/>
                  </a:ext>
                </a:extLst>
              </a:tr>
              <a:tr h="5995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System Administrator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Manage user accounts, assign roles, reset passwords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283866"/>
                  </a:ext>
                </a:extLst>
              </a:tr>
              <a:tr h="7901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System (Core Function)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effectLst/>
                        </a:rPr>
                        <a:t>Automatically match patients with trials using rule-based evaluation and generate ranked results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7741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C20226B-E1E5-132E-EADA-DF7D5AA47BA0}"/>
              </a:ext>
            </a:extLst>
          </p:cNvPr>
          <p:cNvSpPr txBox="1"/>
          <p:nvPr/>
        </p:nvSpPr>
        <p:spPr>
          <a:xfrm>
            <a:off x="1138845" y="5138843"/>
            <a:ext cx="99170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Relationships: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Patient data must be created before matching can be executed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Trial eligibility rules must be defined before evaluation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Matching results depend on both patient data and trial criteria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role permissions control access to system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B64C-1142-D379-9827-C2263B63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CDF1-9947-CFAD-5BEC-F3D47679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3" y="1097280"/>
            <a:ext cx="11247120" cy="631767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CRITICAL NON-FUNCTIONAL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A92106-A76B-D90B-011A-84C9A5113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484556"/>
              </p:ext>
            </p:extLst>
          </p:nvPr>
        </p:nvGraphicFramePr>
        <p:xfrm>
          <a:off x="822961" y="1918393"/>
          <a:ext cx="10357658" cy="459047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951017">
                  <a:extLst>
                    <a:ext uri="{9D8B030D-6E8A-4147-A177-3AD203B41FA5}">
                      <a16:colId xmlns:a16="http://schemas.microsoft.com/office/drawing/2014/main" val="478771048"/>
                    </a:ext>
                  </a:extLst>
                </a:gridCol>
                <a:gridCol w="7406641">
                  <a:extLst>
                    <a:ext uri="{9D8B030D-6E8A-4147-A177-3AD203B41FA5}">
                      <a16:colId xmlns:a16="http://schemas.microsoft.com/office/drawing/2014/main" val="2680041430"/>
                    </a:ext>
                  </a:extLst>
                </a:gridCol>
              </a:tblGrid>
              <a:tr h="8146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Category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dirty="0"/>
                        <a:t>Requirement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4711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Matching completes within 5 seconds for 1 patient vs 100 trials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997089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using Python (OOP) as a standalone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894304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PostgreSQL database with secure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260935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r>
                        <a:rPr lang="en-GB" sz="1800" b="1" dirty="0"/>
                        <a:t>Security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Role-based access control for different user 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95128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Data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data encrypted using strong encryption (AES-256)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709189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visual indicators for match results (colors, labels)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879190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Audit &amp;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Tracks rule changes, matching actions, and system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236112"/>
                  </a:ext>
                </a:extLst>
              </a:tr>
              <a:tr h="4719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Data 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only synthetic data, no real patient information stored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0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31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EF298-10BE-D0C2-45B1-C6C269441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EAC4-760E-EE13-FD78-E51A7654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3" y="1097280"/>
            <a:ext cx="11247120" cy="631767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USE CASE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705D0-85EC-33E8-1131-9A2C70B09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553" y="16626"/>
            <a:ext cx="4417319" cy="60017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AE92FA-CE4E-811D-8AE3-207EF9CAEF9D}"/>
              </a:ext>
            </a:extLst>
          </p:cNvPr>
          <p:cNvSpPr/>
          <p:nvPr/>
        </p:nvSpPr>
        <p:spPr>
          <a:xfrm>
            <a:off x="257694" y="2568324"/>
            <a:ext cx="7099069" cy="26509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diagram shows system users and their actions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Three users: Coordinator, Admin, System Admin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Coordinator runs matching and views results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provides reports, explanations, and recommendations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AD88AA-46E2-9DA4-DA1B-0E6B11373474}"/>
              </a:ext>
            </a:extLst>
          </p:cNvPr>
          <p:cNvSpPr txBox="1"/>
          <p:nvPr/>
        </p:nvSpPr>
        <p:spPr>
          <a:xfrm>
            <a:off x="6220445" y="6114888"/>
            <a:ext cx="58355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use case diagram is derived from user requirements and defines all system functionalities available to each user role.</a:t>
            </a:r>
          </a:p>
        </p:txBody>
      </p:sp>
    </p:spTree>
    <p:extLst>
      <p:ext uri="{BB962C8B-B14F-4D97-AF65-F5344CB8AC3E}">
        <p14:creationId xmlns:p14="http://schemas.microsoft.com/office/powerpoint/2010/main" val="2521135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C3B66-0E49-EBCB-3DC3-F5265E0F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D5E5-C622-4128-7E50-BDCE37760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53" y="1097280"/>
            <a:ext cx="11247120" cy="631767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ACTIVITY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362811-B6E1-D10F-6571-7DCB2BA84274}"/>
              </a:ext>
            </a:extLst>
          </p:cNvPr>
          <p:cNvSpPr/>
          <p:nvPr/>
        </p:nvSpPr>
        <p:spPr>
          <a:xfrm>
            <a:off x="257694" y="2568324"/>
            <a:ext cx="7099069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patient matching working flow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step-by-step flow of patient matching process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system logic from input to final results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decision points like data validation and screening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designing backend logic and workflow implementation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632FA-3056-86DF-C34F-6223CB92A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564" y="0"/>
            <a:ext cx="4501483" cy="6339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918EC7-F9D1-EF6C-1546-B91C1F19CD9F}"/>
              </a:ext>
            </a:extLst>
          </p:cNvPr>
          <p:cNvSpPr txBox="1"/>
          <p:nvPr/>
        </p:nvSpPr>
        <p:spPr>
          <a:xfrm>
            <a:off x="5774574" y="6211669"/>
            <a:ext cx="6417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activity diagram expands the patient matching use case into a step-by-step workflow showing decision points and system logic.</a:t>
            </a:r>
          </a:p>
        </p:txBody>
      </p:sp>
    </p:spTree>
    <p:extLst>
      <p:ext uri="{BB962C8B-B14F-4D97-AF65-F5344CB8AC3E}">
        <p14:creationId xmlns:p14="http://schemas.microsoft.com/office/powerpoint/2010/main" val="3598210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C6250-4483-984F-9A2C-D6CF6997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71FD9-0B04-2CA3-283B-90AAD8DE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41" y="1080654"/>
            <a:ext cx="11247120" cy="631767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SEQUENCE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8107850-B673-4516-1F0C-A02196CC1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916" y="174567"/>
            <a:ext cx="6805477" cy="59676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4F861F-710A-330B-D6D7-EF0F2411AC56}"/>
              </a:ext>
            </a:extLst>
          </p:cNvPr>
          <p:cNvSpPr txBox="1"/>
          <p:nvPr/>
        </p:nvSpPr>
        <p:spPr>
          <a:xfrm>
            <a:off x="5717233" y="6142250"/>
            <a:ext cx="6114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sequence diagram shows how system components interact during the execution of the patient matching use case.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C1C63-ECAE-CBEF-DD45-FBA466AA84DA}"/>
              </a:ext>
            </a:extLst>
          </p:cNvPr>
          <p:cNvSpPr txBox="1"/>
          <p:nvPr/>
        </p:nvSpPr>
        <p:spPr>
          <a:xfrm>
            <a:off x="219441" y="2277514"/>
            <a:ext cx="50534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system components interact step-by-step during patient matching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Illustrates data flow between UI, services, and database repositories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design backend logic like evaluation, scoring, and result storage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clear structure for implementing matching, ranking, and categorization</a:t>
            </a:r>
          </a:p>
        </p:txBody>
      </p:sp>
    </p:spTree>
    <p:extLst>
      <p:ext uri="{BB962C8B-B14F-4D97-AF65-F5344CB8AC3E}">
        <p14:creationId xmlns:p14="http://schemas.microsoft.com/office/powerpoint/2010/main" val="2603502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3765D-CA5D-17CE-FEB9-D9FEDEE2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29553-244E-0F7B-4FF4-9416AEBF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1080654"/>
            <a:ext cx="11350183" cy="631767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CLASS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DD7BF-FCC3-372D-73C2-5DD06B9E0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237" y="24083"/>
            <a:ext cx="8238106" cy="6169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10C9CB-D559-43DF-ADEF-309198DF6799}"/>
              </a:ext>
            </a:extLst>
          </p:cNvPr>
          <p:cNvSpPr txBox="1"/>
          <p:nvPr/>
        </p:nvSpPr>
        <p:spPr>
          <a:xfrm>
            <a:off x="363681" y="2793075"/>
            <a:ext cx="70595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main system entities like Patient, Trial, Match, and User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relationships between data (patient → diagnosis, trial → rules)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design database tables and backend models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clear structure for implementing matching logic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87FA6-F463-C060-1FBB-544D4DE834CA}"/>
              </a:ext>
            </a:extLst>
          </p:cNvPr>
          <p:cNvSpPr txBox="1"/>
          <p:nvPr/>
        </p:nvSpPr>
        <p:spPr>
          <a:xfrm>
            <a:off x="5365174" y="6232120"/>
            <a:ext cx="6826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diagram is derived from system entities identified in use cases and defines the structure of the database and application models.</a:t>
            </a:r>
          </a:p>
        </p:txBody>
      </p:sp>
    </p:spTree>
    <p:extLst>
      <p:ext uri="{BB962C8B-B14F-4D97-AF65-F5344CB8AC3E}">
        <p14:creationId xmlns:p14="http://schemas.microsoft.com/office/powerpoint/2010/main" val="187291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9AB6-8A53-E888-03C3-8F6F0F75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6B46-4229-7D6E-42BD-47545BA5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96" y="157941"/>
            <a:ext cx="11350183" cy="631767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OBJECT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134B62-91FA-E315-950A-2027CA456E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9" r="-1340"/>
          <a:stretch>
            <a:fillRect/>
          </a:stretch>
        </p:blipFill>
        <p:spPr>
          <a:xfrm>
            <a:off x="3255819" y="687265"/>
            <a:ext cx="9010996" cy="6170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918742-1541-55C7-D241-677B9042A460}"/>
              </a:ext>
            </a:extLst>
          </p:cNvPr>
          <p:cNvSpPr txBox="1"/>
          <p:nvPr/>
        </p:nvSpPr>
        <p:spPr>
          <a:xfrm>
            <a:off x="3607724" y="6211669"/>
            <a:ext cx="60766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object diagram represents real instances of classes during runtime and validates how the system behaves with actual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C76FB-AA40-752B-C3C7-170FAC3C17DD}"/>
              </a:ext>
            </a:extLst>
          </p:cNvPr>
          <p:cNvSpPr txBox="1"/>
          <p:nvPr/>
        </p:nvSpPr>
        <p:spPr>
          <a:xfrm>
            <a:off x="133005" y="3606076"/>
            <a:ext cx="694112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actual data instances (patient, trial, match result) in the system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how objects are connected during a matching session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real system behavior with sample values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testing and validating system design</a:t>
            </a:r>
          </a:p>
        </p:txBody>
      </p:sp>
    </p:spTree>
    <p:extLst>
      <p:ext uri="{BB962C8B-B14F-4D97-AF65-F5344CB8AC3E}">
        <p14:creationId xmlns:p14="http://schemas.microsoft.com/office/powerpoint/2010/main" val="225888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A01EF-82F0-2190-3259-480A1DA8B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87BE-4741-8D83-AF60-0E9375FAC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22" y="323323"/>
            <a:ext cx="11350183" cy="631767"/>
          </a:xfrm>
          <a:noFill/>
        </p:spPr>
        <p:txBody>
          <a:bodyPr anchor="t" anchorCtr="0"/>
          <a:lstStyle/>
          <a:p>
            <a:r>
              <a:rPr lang="en-US" b="1" dirty="0">
                <a:latin typeface="Arial Rounded MT Bold" panose="020F0704030504030204" pitchFamily="34" charset="0"/>
              </a:rPr>
              <a:t>PACKAGE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AA590D-9320-9054-CE96-B28A279F57AD}"/>
              </a:ext>
            </a:extLst>
          </p:cNvPr>
          <p:cNvSpPr txBox="1"/>
          <p:nvPr/>
        </p:nvSpPr>
        <p:spPr>
          <a:xfrm>
            <a:off x="163753" y="5870848"/>
            <a:ext cx="11704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package diagram organizes system components into layers and reflects the modular architecture used in implementation.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23079-FD7D-2F58-7396-C579B6CC7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22" y="1206532"/>
            <a:ext cx="11704320" cy="4188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23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2910-DD2A-B2B4-1D55-EE87F943B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2DBB0-565E-B603-5038-7A4D7F98888E}"/>
              </a:ext>
            </a:extLst>
          </p:cNvPr>
          <p:cNvSpPr txBox="1"/>
          <p:nvPr/>
        </p:nvSpPr>
        <p:spPr>
          <a:xfrm>
            <a:off x="6307283" y="1920070"/>
            <a:ext cx="609738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Justification: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 API chosen for high-performance asynchronous API development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PostgreSQL used for reliable and scalable relational data storage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 Alchemy provides ORM support for clean database interaction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Bootstrap used for responsive and user-friendly interface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D487B3D6-12C4-FB28-05E8-A00485B529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973755"/>
              </p:ext>
            </p:extLst>
          </p:nvPr>
        </p:nvGraphicFramePr>
        <p:xfrm>
          <a:off x="-897775" y="2011680"/>
          <a:ext cx="7958051" cy="3990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6981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628A-7A87-DF5E-E056-31881A23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70035-0714-88ED-7810-42048EA9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895" y="224443"/>
            <a:ext cx="9601200" cy="914400"/>
          </a:xfrm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CODE STRUCTURE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4EE63C6D-322F-B606-164C-23207CD990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7380684"/>
              </p:ext>
            </p:extLst>
          </p:nvPr>
        </p:nvGraphicFramePr>
        <p:xfrm>
          <a:off x="906088" y="1022465"/>
          <a:ext cx="6467301" cy="5378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65DCE7-7458-51A4-CD10-29CA7F1BBC04}"/>
              </a:ext>
            </a:extLst>
          </p:cNvPr>
          <p:cNvSpPr txBox="1"/>
          <p:nvPr/>
        </p:nvSpPr>
        <p:spPr>
          <a:xfrm>
            <a:off x="7564582" y="1540502"/>
            <a:ext cx="40088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Execution &amp; Size: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main.py initializes the application and API services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Lines of Code: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2000-3000 lines.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→ Services → Models → Database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layer calls services, services interact with models and database</a:t>
            </a:r>
          </a:p>
        </p:txBody>
      </p:sp>
    </p:spTree>
    <p:extLst>
      <p:ext uri="{BB962C8B-B14F-4D97-AF65-F5344CB8AC3E}">
        <p14:creationId xmlns:p14="http://schemas.microsoft.com/office/powerpoint/2010/main" val="4240252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BF188-3F0E-3EAF-2DCB-A52227BE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949B-DADB-6FC2-54FE-072F0FE6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895" y="224443"/>
            <a:ext cx="9601200" cy="914400"/>
          </a:xfrm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CODE STRUCTURE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99BB01-ECBF-D02C-7F72-73B20EC4F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442595"/>
              </p:ext>
            </p:extLst>
          </p:nvPr>
        </p:nvGraphicFramePr>
        <p:xfrm>
          <a:off x="114993" y="792480"/>
          <a:ext cx="11962014" cy="6065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998400">
                  <a:extLst>
                    <a:ext uri="{9D8B030D-6E8A-4147-A177-3AD203B41FA5}">
                      <a16:colId xmlns:a16="http://schemas.microsoft.com/office/drawing/2014/main" val="3345027704"/>
                    </a:ext>
                  </a:extLst>
                </a:gridCol>
                <a:gridCol w="4992754">
                  <a:extLst>
                    <a:ext uri="{9D8B030D-6E8A-4147-A177-3AD203B41FA5}">
                      <a16:colId xmlns:a16="http://schemas.microsoft.com/office/drawing/2014/main" val="3747470049"/>
                    </a:ext>
                  </a:extLst>
                </a:gridCol>
                <a:gridCol w="4970860">
                  <a:extLst>
                    <a:ext uri="{9D8B030D-6E8A-4147-A177-3AD203B41FA5}">
                      <a16:colId xmlns:a16="http://schemas.microsoft.com/office/drawing/2014/main" val="4076618417"/>
                    </a:ext>
                  </a:extLst>
                </a:gridCol>
              </a:tblGrid>
              <a:tr h="324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Folder /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Contains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Description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285515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backend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project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95885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auth.py, users.py, patients.py, trials.py, matching.py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all API routes and user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41229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config.py, security.py, email.py, utils.py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Configuration, security, and helper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760694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connection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888116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database tables and entity classes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208047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schemas.py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validation and request/response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007791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matching.py, reports.py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logic like matching and reports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250674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 entry point (runs the system)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661172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Create_admin.py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Script to create admin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193729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Loads environment settings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498808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environment for 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71279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(inside 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files used in backend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527316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 UI (login page)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096160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Static(root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images, uploads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static resources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595892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Environment variables (DB, keys)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990535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of project 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823234"/>
                  </a:ext>
                </a:extLst>
              </a:tr>
              <a:tr h="29749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test.db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file (SQLite)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649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23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6BDB-A001-CC14-E7D9-ADB1AF9C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99DD-BBCC-92C5-F3DE-497290129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895" y="224443"/>
            <a:ext cx="9601200" cy="914400"/>
          </a:xfrm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CODE to user requirement mapping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BF35D7-5FD2-0700-9E01-759111AD089B}"/>
              </a:ext>
            </a:extLst>
          </p:cNvPr>
          <p:cNvSpPr txBox="1">
            <a:spLocks/>
          </p:cNvSpPr>
          <p:nvPr/>
        </p:nvSpPr>
        <p:spPr>
          <a:xfrm>
            <a:off x="266007" y="922712"/>
            <a:ext cx="11859491" cy="5843848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Management</a:t>
            </a: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patients.py and models.py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Patient diagnosis (E11) stored in Diagnosis table </a:t>
            </a:r>
          </a:p>
          <a:p>
            <a:pPr marL="0" indent="0">
              <a:buNone/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 Management</a:t>
            </a: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trials.py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Trial created with inclusion rule (Diagnosis = E11) </a:t>
            </a:r>
          </a:p>
          <a:p>
            <a:pPr marL="0" indent="0">
              <a:buNone/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Functionality</a:t>
            </a: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services/matching.py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System compares patient diagnosis with trial rule and calculates score </a:t>
            </a:r>
          </a:p>
          <a:p>
            <a:pPr marL="0" indent="0">
              <a:buNone/>
            </a:pPr>
            <a:r>
              <a:rPr lang="en-GB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Generation</a:t>
            </a: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API and UI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Displays confidence score, match category, and criteria met </a:t>
            </a:r>
          </a:p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to Use Cases: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Management use case implemented in patients.py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 Management use case implemented in trials.py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use case implemented in services/matching.py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directly correspond to functionalities defined in the use case diagram</a:t>
            </a:r>
            <a:endParaRPr lang="en-GB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571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62BE6-6B06-EF34-1AD9-6150BE4B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1BED-E96B-2E4A-BC2E-924AF092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67" y="224443"/>
            <a:ext cx="9684328" cy="698269"/>
          </a:xfrm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Class diagram impact on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0A43EC-7A88-9D85-4E13-4272865E88E8}"/>
              </a:ext>
            </a:extLst>
          </p:cNvPr>
          <p:cNvSpPr txBox="1">
            <a:spLocks/>
          </p:cNvSpPr>
          <p:nvPr/>
        </p:nvSpPr>
        <p:spPr>
          <a:xfrm>
            <a:off x="266007" y="922712"/>
            <a:ext cx="11859491" cy="58438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6636A-223C-B0B6-5266-6CFD9A50CF7A}"/>
              </a:ext>
            </a:extLst>
          </p:cNvPr>
          <p:cNvSpPr txBox="1">
            <a:spLocks/>
          </p:cNvSpPr>
          <p:nvPr/>
        </p:nvSpPr>
        <p:spPr>
          <a:xfrm>
            <a:off x="631767" y="1238595"/>
            <a:ext cx="10690168" cy="457200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to Code Structure</a:t>
            </a:r>
          </a:p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mapped to Models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in models.py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Patient, ClinicalTrial, MatchResult classes </a:t>
            </a:r>
          </a:p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implemented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relationships used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One Patient → Multiple Diagnoses </a:t>
            </a:r>
          </a:p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design applied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used in matching logic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MatchSession and MatchResult used in matching.py </a:t>
            </a:r>
          </a:p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followed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folders for API, services, and models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API handles requests, services handle logic </a:t>
            </a:r>
          </a:p>
          <a:p>
            <a:pPr marL="228600" lvl="1" indent="0">
              <a:buNone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class diagram directly influenced database schema design and object-oriented implementation in models.py.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3454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84D10-0DEF-90F5-BF0C-360FD9B8D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references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/>
          <a:lstStyle>
            <a:lvl1pPr marL="228600" indent="-4572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0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8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Dennis, A., Wixom, B. H., &amp; Tegarden, D. (2020). Systems analysis and design (7th ed.). Wiley.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98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3476" y="2396251"/>
            <a:ext cx="8385048" cy="1138844"/>
          </a:xfrm>
          <a:noFill/>
        </p:spPr>
        <p:txBody>
          <a:bodyPr anchor="ctr" anchorCtr="0"/>
          <a:lstStyle/>
          <a:p>
            <a:r>
              <a:rPr lang="en-US" b="1" dirty="0"/>
              <a:t>THANK YOU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DA3912-1529-5845-88AA-5BE08186FF69}"/>
              </a:ext>
            </a:extLst>
          </p:cNvPr>
          <p:cNvSpPr/>
          <p:nvPr/>
        </p:nvSpPr>
        <p:spPr>
          <a:xfrm>
            <a:off x="2544460" y="3535095"/>
            <a:ext cx="72859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Narrow" panose="020B0606020202030204" pitchFamily="34" charset="0"/>
              </a:rPr>
              <a:t>Questions &amp; Discussion!!!</a:t>
            </a:r>
            <a:endParaRPr 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B195F-09D8-185F-A12F-4478FFCDF11A}"/>
              </a:ext>
            </a:extLst>
          </p:cNvPr>
          <p:cNvSpPr/>
          <p:nvPr/>
        </p:nvSpPr>
        <p:spPr>
          <a:xfrm>
            <a:off x="1968244" y="5807630"/>
            <a:ext cx="843839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LIKITHA CHOWDARY CHEREDDY | lchereddy@rivier.edu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{FA0EDEC5-FCAB-4C2C-A49C-4D7D03C27948}TF51de1e5f-e0e8-4dd0-99f3-5b7584f7abdc7d30e886_win32-78d4aef5ad8e</Template>
  <TotalTime>1164</TotalTime>
  <Words>1216</Words>
  <Application>Microsoft Office PowerPoint</Application>
  <PresentationFormat>Widescreen</PresentationFormat>
  <Paragraphs>217</Paragraphs>
  <Slides>19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 Black</vt:lpstr>
      <vt:lpstr>Arial Narrow</vt:lpstr>
      <vt:lpstr>Arial Rounded MT Bold</vt:lpstr>
      <vt:lpstr>Calibri</vt:lpstr>
      <vt:lpstr>Courier New</vt:lpstr>
      <vt:lpstr>Daytona Condensed Light</vt:lpstr>
      <vt:lpstr>Posterama</vt:lpstr>
      <vt:lpstr>Times New Roman</vt:lpstr>
      <vt:lpstr>Wingdings</vt:lpstr>
      <vt:lpstr>Custom</vt:lpstr>
      <vt:lpstr>Clinical Trial Patient Matching System </vt:lpstr>
      <vt:lpstr>SYSTEM OVERVIEW </vt:lpstr>
      <vt:lpstr>PowerPoint Presentation</vt:lpstr>
      <vt:lpstr>SYSTEM USERS</vt:lpstr>
      <vt:lpstr>USER REQUIREMENTS</vt:lpstr>
      <vt:lpstr>CRITICAL NON-FUNCTIONAL REQUIREMENTS</vt:lpstr>
      <vt:lpstr>USE CASE DIAGRAM</vt:lpstr>
      <vt:lpstr>ACTIVITY DIAGRAM</vt:lpstr>
      <vt:lpstr>SEQUENCE DIAGRAM</vt:lpstr>
      <vt:lpstr>CLASS DIAGRAM</vt:lpstr>
      <vt:lpstr>OBJECT DIAGRAM</vt:lpstr>
      <vt:lpstr>PACKAGE DIAGRAM</vt:lpstr>
      <vt:lpstr>TECHNOLOGY STACK</vt:lpstr>
      <vt:lpstr>CODE STRUCTURE</vt:lpstr>
      <vt:lpstr>CODE STRUCTURE</vt:lpstr>
      <vt:lpstr>CODE to user requirement mapping</vt:lpstr>
      <vt:lpstr>Class diagram impact on code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Likitha Chereddy</dc:creator>
  <cp:lastModifiedBy>Likitha Chereddy</cp:lastModifiedBy>
  <cp:revision>1</cp:revision>
  <dcterms:created xsi:type="dcterms:W3CDTF">2026-04-21T17:29:43Z</dcterms:created>
  <dcterms:modified xsi:type="dcterms:W3CDTF">2026-04-22T12:53:54Z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